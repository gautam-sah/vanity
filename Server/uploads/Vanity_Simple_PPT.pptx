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1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7199300" cx="8999525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" Type="http://schemas.openxmlformats.org/officeDocument/2006/relationships/presProps" Target="presProps1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" Type="http://schemas.openxmlformats.org/officeDocument/2006/relationships/slideMaster" Target="slideMasters/slideMaster1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5438EA-7E5C-4A7A-A435-419B79E9CB2E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00188" y="1143000"/>
            <a:ext cx="3857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19DD72-507E-49D3-BF5E-D53194D65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625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4966" y="1178222"/>
            <a:ext cx="7649607" cy="2506427"/>
          </a:xfrm>
        </p:spPr>
        <p:txBody>
          <a:bodyPr anchor="b"/>
          <a:lstStyle>
            <a:lvl1pPr algn="ctr">
              <a:defRPr sz="590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4942" y="3781306"/>
            <a:ext cx="6749654" cy="1738167"/>
          </a:xfrm>
        </p:spPr>
        <p:txBody>
          <a:bodyPr/>
          <a:lstStyle>
            <a:lvl1pPr marL="0" indent="0" algn="ctr">
              <a:buNone/>
              <a:defRPr sz="2362"/>
            </a:lvl1pPr>
            <a:lvl2pPr marL="449976" indent="0" algn="ctr">
              <a:buNone/>
              <a:defRPr sz="1968"/>
            </a:lvl2pPr>
            <a:lvl3pPr marL="899952" indent="0" algn="ctr">
              <a:buNone/>
              <a:defRPr sz="1772"/>
            </a:lvl3pPr>
            <a:lvl4pPr marL="1349929" indent="0" algn="ctr">
              <a:buNone/>
              <a:defRPr sz="1575"/>
            </a:lvl4pPr>
            <a:lvl5pPr marL="1799905" indent="0" algn="ctr">
              <a:buNone/>
              <a:defRPr sz="1575"/>
            </a:lvl5pPr>
            <a:lvl6pPr marL="2249881" indent="0" algn="ctr">
              <a:buNone/>
              <a:defRPr sz="1575"/>
            </a:lvl6pPr>
            <a:lvl7pPr marL="2699857" indent="0" algn="ctr">
              <a:buNone/>
              <a:defRPr sz="1575"/>
            </a:lvl7pPr>
            <a:lvl8pPr marL="3149834" indent="0" algn="ctr">
              <a:buNone/>
              <a:defRPr sz="1575"/>
            </a:lvl8pPr>
            <a:lvl9pPr marL="3599810" indent="0" algn="ctr">
              <a:buNone/>
              <a:defRPr sz="157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9EC4D-8DD2-4348-85AD-C878B21684D5}" type="datetime1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3C64-FF03-43E4-92F1-A425A7705B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470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805B3-475F-413B-BCB3-7551AF875CE0}" type="datetime1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3C64-FF03-43E4-92F1-A425A7705B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742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31" y="1794831"/>
            <a:ext cx="7762102" cy="2994714"/>
          </a:xfrm>
        </p:spPr>
        <p:txBody>
          <a:bodyPr anchor="b"/>
          <a:lstStyle>
            <a:lvl1pPr>
              <a:defRPr sz="590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4031" y="4817876"/>
            <a:ext cx="7762102" cy="1574849"/>
          </a:xfrm>
        </p:spPr>
        <p:txBody>
          <a:bodyPr/>
          <a:lstStyle>
            <a:lvl1pPr marL="0" indent="0">
              <a:buNone/>
              <a:defRPr sz="2362">
                <a:solidFill>
                  <a:schemeClr val="tx1"/>
                </a:solidFill>
              </a:defRPr>
            </a:lvl1pPr>
            <a:lvl2pPr marL="449976" indent="0">
              <a:buNone/>
              <a:defRPr sz="1968">
                <a:solidFill>
                  <a:schemeClr val="tx1">
                    <a:tint val="75000"/>
                  </a:schemeClr>
                </a:solidFill>
              </a:defRPr>
            </a:lvl2pPr>
            <a:lvl3pPr marL="899952" indent="0">
              <a:buNone/>
              <a:defRPr sz="1772">
                <a:solidFill>
                  <a:schemeClr val="tx1">
                    <a:tint val="75000"/>
                  </a:schemeClr>
                </a:solidFill>
              </a:defRPr>
            </a:lvl3pPr>
            <a:lvl4pPr marL="1349929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4pPr>
            <a:lvl5pPr marL="179990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5pPr>
            <a:lvl6pPr marL="2249881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6pPr>
            <a:lvl7pPr marL="2699857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7pPr>
            <a:lvl8pPr marL="314983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8pPr>
            <a:lvl9pPr marL="359981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C89D7-900D-421D-BE9E-9AC8B3F291E9}" type="datetime1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3C64-FF03-43E4-92F1-A425A7705B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900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718" y="1916484"/>
            <a:ext cx="3824804" cy="45678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016" y="1916484"/>
            <a:ext cx="3824804" cy="45678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31E04-03F8-48C9-8BB4-ABDC0A724A69}" type="datetime1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3C64-FF03-43E4-92F1-A425A7705B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53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0" y="383299"/>
            <a:ext cx="7762102" cy="1391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891" y="1764832"/>
            <a:ext cx="3807226" cy="864917"/>
          </a:xfrm>
        </p:spPr>
        <p:txBody>
          <a:bodyPr anchor="b"/>
          <a:lstStyle>
            <a:lvl1pPr marL="0" indent="0">
              <a:buNone/>
              <a:defRPr sz="2362" b="1"/>
            </a:lvl1pPr>
            <a:lvl2pPr marL="449976" indent="0">
              <a:buNone/>
              <a:defRPr sz="1968" b="1"/>
            </a:lvl2pPr>
            <a:lvl3pPr marL="899952" indent="0">
              <a:buNone/>
              <a:defRPr sz="1772" b="1"/>
            </a:lvl3pPr>
            <a:lvl4pPr marL="1349929" indent="0">
              <a:buNone/>
              <a:defRPr sz="1575" b="1"/>
            </a:lvl4pPr>
            <a:lvl5pPr marL="1799905" indent="0">
              <a:buNone/>
              <a:defRPr sz="1575" b="1"/>
            </a:lvl5pPr>
            <a:lvl6pPr marL="2249881" indent="0">
              <a:buNone/>
              <a:defRPr sz="1575" b="1"/>
            </a:lvl6pPr>
            <a:lvl7pPr marL="2699857" indent="0">
              <a:buNone/>
              <a:defRPr sz="1575" b="1"/>
            </a:lvl7pPr>
            <a:lvl8pPr marL="3149834" indent="0">
              <a:buNone/>
              <a:defRPr sz="1575" b="1"/>
            </a:lvl8pPr>
            <a:lvl9pPr marL="3599810" indent="0">
              <a:buNone/>
              <a:defRPr sz="1575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891" y="2629749"/>
            <a:ext cx="3807226" cy="386796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6017" y="1764832"/>
            <a:ext cx="3825976" cy="864917"/>
          </a:xfrm>
        </p:spPr>
        <p:txBody>
          <a:bodyPr anchor="b"/>
          <a:lstStyle>
            <a:lvl1pPr marL="0" indent="0">
              <a:buNone/>
              <a:defRPr sz="2362" b="1"/>
            </a:lvl1pPr>
            <a:lvl2pPr marL="449976" indent="0">
              <a:buNone/>
              <a:defRPr sz="1968" b="1"/>
            </a:lvl2pPr>
            <a:lvl3pPr marL="899952" indent="0">
              <a:buNone/>
              <a:defRPr sz="1772" b="1"/>
            </a:lvl3pPr>
            <a:lvl4pPr marL="1349929" indent="0">
              <a:buNone/>
              <a:defRPr sz="1575" b="1"/>
            </a:lvl4pPr>
            <a:lvl5pPr marL="1799905" indent="0">
              <a:buNone/>
              <a:defRPr sz="1575" b="1"/>
            </a:lvl5pPr>
            <a:lvl6pPr marL="2249881" indent="0">
              <a:buNone/>
              <a:defRPr sz="1575" b="1"/>
            </a:lvl6pPr>
            <a:lvl7pPr marL="2699857" indent="0">
              <a:buNone/>
              <a:defRPr sz="1575" b="1"/>
            </a:lvl7pPr>
            <a:lvl8pPr marL="3149834" indent="0">
              <a:buNone/>
              <a:defRPr sz="1575" b="1"/>
            </a:lvl8pPr>
            <a:lvl9pPr marL="3599810" indent="0">
              <a:buNone/>
              <a:defRPr sz="1575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6017" y="2629749"/>
            <a:ext cx="3825976" cy="386796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92175-D15F-474A-9F6B-0478373C546A}" type="datetime1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3C64-FF03-43E4-92F1-A425A7705B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99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FC424-FF9C-4143-950A-868039A1FD9D}" type="datetime1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3C64-FF03-43E4-92F1-A425A7705B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245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FA7F2-04D7-400B-B22B-ABD9B8F64DA0}" type="datetime1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3C64-FF03-43E4-92F1-A425A7705B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9098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479954"/>
            <a:ext cx="2902585" cy="1679840"/>
          </a:xfrm>
        </p:spPr>
        <p:txBody>
          <a:bodyPr anchor="b"/>
          <a:lstStyle>
            <a:lvl1pPr>
              <a:defRPr sz="31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976" y="1036570"/>
            <a:ext cx="4556016" cy="5116178"/>
          </a:xfrm>
        </p:spPr>
        <p:txBody>
          <a:bodyPr/>
          <a:lstStyle>
            <a:lvl1pPr>
              <a:defRPr sz="3149"/>
            </a:lvl1pPr>
            <a:lvl2pPr>
              <a:defRPr sz="2756"/>
            </a:lvl2pPr>
            <a:lvl3pPr>
              <a:defRPr sz="2362"/>
            </a:lvl3pPr>
            <a:lvl4pPr>
              <a:defRPr sz="1968"/>
            </a:lvl4pPr>
            <a:lvl5pPr>
              <a:defRPr sz="1968"/>
            </a:lvl5pPr>
            <a:lvl6pPr>
              <a:defRPr sz="1968"/>
            </a:lvl6pPr>
            <a:lvl7pPr>
              <a:defRPr sz="1968"/>
            </a:lvl7pPr>
            <a:lvl8pPr>
              <a:defRPr sz="1968"/>
            </a:lvl8pPr>
            <a:lvl9pPr>
              <a:defRPr sz="1968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2159794"/>
            <a:ext cx="2902585" cy="4001285"/>
          </a:xfrm>
        </p:spPr>
        <p:txBody>
          <a:bodyPr/>
          <a:lstStyle>
            <a:lvl1pPr marL="0" indent="0">
              <a:buNone/>
              <a:defRPr sz="1575"/>
            </a:lvl1pPr>
            <a:lvl2pPr marL="449976" indent="0">
              <a:buNone/>
              <a:defRPr sz="1378"/>
            </a:lvl2pPr>
            <a:lvl3pPr marL="899952" indent="0">
              <a:buNone/>
              <a:defRPr sz="1181"/>
            </a:lvl3pPr>
            <a:lvl4pPr marL="1349929" indent="0">
              <a:buNone/>
              <a:defRPr sz="984"/>
            </a:lvl4pPr>
            <a:lvl5pPr marL="1799905" indent="0">
              <a:buNone/>
              <a:defRPr sz="984"/>
            </a:lvl5pPr>
            <a:lvl6pPr marL="2249881" indent="0">
              <a:buNone/>
              <a:defRPr sz="984"/>
            </a:lvl6pPr>
            <a:lvl7pPr marL="2699857" indent="0">
              <a:buNone/>
              <a:defRPr sz="984"/>
            </a:lvl7pPr>
            <a:lvl8pPr marL="3149834" indent="0">
              <a:buNone/>
              <a:defRPr sz="984"/>
            </a:lvl8pPr>
            <a:lvl9pPr marL="3599810" indent="0">
              <a:buNone/>
              <a:defRPr sz="984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FFDFD-C665-4218-89C2-5D2DBB971C84}" type="datetime1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3C64-FF03-43E4-92F1-A425A7705B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8453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479954"/>
            <a:ext cx="2902585" cy="1679840"/>
          </a:xfrm>
        </p:spPr>
        <p:txBody>
          <a:bodyPr anchor="b"/>
          <a:lstStyle>
            <a:lvl1pPr>
              <a:defRPr sz="31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25976" y="1036570"/>
            <a:ext cx="4556016" cy="5116178"/>
          </a:xfrm>
        </p:spPr>
        <p:txBody>
          <a:bodyPr anchor="t"/>
          <a:lstStyle>
            <a:lvl1pPr marL="0" indent="0">
              <a:buNone/>
              <a:defRPr sz="3149"/>
            </a:lvl1pPr>
            <a:lvl2pPr marL="449976" indent="0">
              <a:buNone/>
              <a:defRPr sz="2756"/>
            </a:lvl2pPr>
            <a:lvl3pPr marL="899952" indent="0">
              <a:buNone/>
              <a:defRPr sz="2362"/>
            </a:lvl3pPr>
            <a:lvl4pPr marL="1349929" indent="0">
              <a:buNone/>
              <a:defRPr sz="1968"/>
            </a:lvl4pPr>
            <a:lvl5pPr marL="1799905" indent="0">
              <a:buNone/>
              <a:defRPr sz="1968"/>
            </a:lvl5pPr>
            <a:lvl6pPr marL="2249881" indent="0">
              <a:buNone/>
              <a:defRPr sz="1968"/>
            </a:lvl6pPr>
            <a:lvl7pPr marL="2699857" indent="0">
              <a:buNone/>
              <a:defRPr sz="1968"/>
            </a:lvl7pPr>
            <a:lvl8pPr marL="3149834" indent="0">
              <a:buNone/>
              <a:defRPr sz="1968"/>
            </a:lvl8pPr>
            <a:lvl9pPr marL="3599810" indent="0">
              <a:buNone/>
              <a:defRPr sz="196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2159794"/>
            <a:ext cx="2902585" cy="4001285"/>
          </a:xfrm>
        </p:spPr>
        <p:txBody>
          <a:bodyPr/>
          <a:lstStyle>
            <a:lvl1pPr marL="0" indent="0">
              <a:buNone/>
              <a:defRPr sz="1575"/>
            </a:lvl1pPr>
            <a:lvl2pPr marL="449976" indent="0">
              <a:buNone/>
              <a:defRPr sz="1378"/>
            </a:lvl2pPr>
            <a:lvl3pPr marL="899952" indent="0">
              <a:buNone/>
              <a:defRPr sz="1181"/>
            </a:lvl3pPr>
            <a:lvl4pPr marL="1349929" indent="0">
              <a:buNone/>
              <a:defRPr sz="984"/>
            </a:lvl4pPr>
            <a:lvl5pPr marL="1799905" indent="0">
              <a:buNone/>
              <a:defRPr sz="984"/>
            </a:lvl5pPr>
            <a:lvl6pPr marL="2249881" indent="0">
              <a:buNone/>
              <a:defRPr sz="984"/>
            </a:lvl6pPr>
            <a:lvl7pPr marL="2699857" indent="0">
              <a:buNone/>
              <a:defRPr sz="984"/>
            </a:lvl7pPr>
            <a:lvl8pPr marL="3149834" indent="0">
              <a:buNone/>
              <a:defRPr sz="984"/>
            </a:lvl8pPr>
            <a:lvl9pPr marL="3599810" indent="0">
              <a:buNone/>
              <a:defRPr sz="984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BCAEA-74C4-4A14-B8FC-47986FAAE121}" type="datetime1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3C64-FF03-43E4-92F1-A425A7705B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630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48753-1B8B-4CD6-B731-BCDD6770C297}" type="datetime1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3C64-FF03-43E4-92F1-A425A7705B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480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0295" y="383297"/>
            <a:ext cx="1940525" cy="61010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8719" y="383297"/>
            <a:ext cx="5709082" cy="610108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3D9AB-E326-4291-B538-6A219570796A}" type="datetime1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3C64-FF03-43E4-92F1-A425A7705B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75047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4966" y="1178222"/>
            <a:ext cx="7649607" cy="2506427"/>
          </a:xfrm>
        </p:spPr>
        <p:txBody>
          <a:bodyPr anchor="b"/>
          <a:lstStyle>
            <a:lvl1pPr algn="ctr">
              <a:defRPr sz="590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4942" y="3781306"/>
            <a:ext cx="6749654" cy="1738167"/>
          </a:xfrm>
        </p:spPr>
        <p:txBody>
          <a:bodyPr/>
          <a:lstStyle>
            <a:lvl1pPr marL="0" indent="0" algn="ctr">
              <a:buNone/>
              <a:defRPr sz="2362"/>
            </a:lvl1pPr>
            <a:lvl2pPr marL="449976" indent="0" algn="ctr">
              <a:buNone/>
              <a:defRPr sz="1968"/>
            </a:lvl2pPr>
            <a:lvl3pPr marL="899952" indent="0" algn="ctr">
              <a:buNone/>
              <a:defRPr sz="1772"/>
            </a:lvl3pPr>
            <a:lvl4pPr marL="1349929" indent="0" algn="ctr">
              <a:buNone/>
              <a:defRPr sz="1575"/>
            </a:lvl4pPr>
            <a:lvl5pPr marL="1799905" indent="0" algn="ctr">
              <a:buNone/>
              <a:defRPr sz="1575"/>
            </a:lvl5pPr>
            <a:lvl6pPr marL="2249881" indent="0" algn="ctr">
              <a:buNone/>
              <a:defRPr sz="1575"/>
            </a:lvl6pPr>
            <a:lvl7pPr marL="2699857" indent="0" algn="ctr">
              <a:buNone/>
              <a:defRPr sz="1575"/>
            </a:lvl7pPr>
            <a:lvl8pPr marL="3149834" indent="0" algn="ctr">
              <a:buNone/>
              <a:defRPr sz="1575"/>
            </a:lvl8pPr>
            <a:lvl9pPr marL="3599810" indent="0" algn="ctr">
              <a:buNone/>
              <a:defRPr sz="157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62E1B-E440-4749-BFAB-3FA723E0E081}" type="datetime1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3C64-FF03-43E4-92F1-A425A7705B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8057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07322-717D-4C3B-BB58-B7BBE7FDEF04}" type="datetime1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3C64-FF03-43E4-92F1-A425A7705B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6675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31" y="1794831"/>
            <a:ext cx="7762102" cy="2994714"/>
          </a:xfrm>
        </p:spPr>
        <p:txBody>
          <a:bodyPr anchor="b"/>
          <a:lstStyle>
            <a:lvl1pPr>
              <a:defRPr sz="590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4031" y="4817876"/>
            <a:ext cx="7762102" cy="1574849"/>
          </a:xfrm>
        </p:spPr>
        <p:txBody>
          <a:bodyPr/>
          <a:lstStyle>
            <a:lvl1pPr marL="0" indent="0">
              <a:buNone/>
              <a:defRPr sz="2362">
                <a:solidFill>
                  <a:schemeClr val="tx1"/>
                </a:solidFill>
              </a:defRPr>
            </a:lvl1pPr>
            <a:lvl2pPr marL="449976" indent="0">
              <a:buNone/>
              <a:defRPr sz="1968">
                <a:solidFill>
                  <a:schemeClr val="tx1">
                    <a:tint val="75000"/>
                  </a:schemeClr>
                </a:solidFill>
              </a:defRPr>
            </a:lvl2pPr>
            <a:lvl3pPr marL="899952" indent="0">
              <a:buNone/>
              <a:defRPr sz="1772">
                <a:solidFill>
                  <a:schemeClr val="tx1">
                    <a:tint val="75000"/>
                  </a:schemeClr>
                </a:solidFill>
              </a:defRPr>
            </a:lvl3pPr>
            <a:lvl4pPr marL="1349929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4pPr>
            <a:lvl5pPr marL="179990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5pPr>
            <a:lvl6pPr marL="2249881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6pPr>
            <a:lvl7pPr marL="2699857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7pPr>
            <a:lvl8pPr marL="314983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8pPr>
            <a:lvl9pPr marL="359981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5ED30-9A50-4810-B618-CA24EC4951FC}" type="datetime1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3C64-FF03-43E4-92F1-A425A7705B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86268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718" y="1916484"/>
            <a:ext cx="3824804" cy="45678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016" y="1916484"/>
            <a:ext cx="3824804" cy="45678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0C6F4-1011-44BA-B5A7-95C3D28DA732}" type="datetime1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3C64-FF03-43E4-92F1-A425A7705B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758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0" y="383299"/>
            <a:ext cx="7762102" cy="1391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891" y="1764832"/>
            <a:ext cx="3807226" cy="864917"/>
          </a:xfrm>
        </p:spPr>
        <p:txBody>
          <a:bodyPr anchor="b"/>
          <a:lstStyle>
            <a:lvl1pPr marL="0" indent="0">
              <a:buNone/>
              <a:defRPr sz="2362" b="1"/>
            </a:lvl1pPr>
            <a:lvl2pPr marL="449976" indent="0">
              <a:buNone/>
              <a:defRPr sz="1968" b="1"/>
            </a:lvl2pPr>
            <a:lvl3pPr marL="899952" indent="0">
              <a:buNone/>
              <a:defRPr sz="1772" b="1"/>
            </a:lvl3pPr>
            <a:lvl4pPr marL="1349929" indent="0">
              <a:buNone/>
              <a:defRPr sz="1575" b="1"/>
            </a:lvl4pPr>
            <a:lvl5pPr marL="1799905" indent="0">
              <a:buNone/>
              <a:defRPr sz="1575" b="1"/>
            </a:lvl5pPr>
            <a:lvl6pPr marL="2249881" indent="0">
              <a:buNone/>
              <a:defRPr sz="1575" b="1"/>
            </a:lvl6pPr>
            <a:lvl7pPr marL="2699857" indent="0">
              <a:buNone/>
              <a:defRPr sz="1575" b="1"/>
            </a:lvl7pPr>
            <a:lvl8pPr marL="3149834" indent="0">
              <a:buNone/>
              <a:defRPr sz="1575" b="1"/>
            </a:lvl8pPr>
            <a:lvl9pPr marL="3599810" indent="0">
              <a:buNone/>
              <a:defRPr sz="1575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891" y="2629749"/>
            <a:ext cx="3807226" cy="386796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6017" y="1764832"/>
            <a:ext cx="3825976" cy="864917"/>
          </a:xfrm>
        </p:spPr>
        <p:txBody>
          <a:bodyPr anchor="b"/>
          <a:lstStyle>
            <a:lvl1pPr marL="0" indent="0">
              <a:buNone/>
              <a:defRPr sz="2362" b="1"/>
            </a:lvl1pPr>
            <a:lvl2pPr marL="449976" indent="0">
              <a:buNone/>
              <a:defRPr sz="1968" b="1"/>
            </a:lvl2pPr>
            <a:lvl3pPr marL="899952" indent="0">
              <a:buNone/>
              <a:defRPr sz="1772" b="1"/>
            </a:lvl3pPr>
            <a:lvl4pPr marL="1349929" indent="0">
              <a:buNone/>
              <a:defRPr sz="1575" b="1"/>
            </a:lvl4pPr>
            <a:lvl5pPr marL="1799905" indent="0">
              <a:buNone/>
              <a:defRPr sz="1575" b="1"/>
            </a:lvl5pPr>
            <a:lvl6pPr marL="2249881" indent="0">
              <a:buNone/>
              <a:defRPr sz="1575" b="1"/>
            </a:lvl6pPr>
            <a:lvl7pPr marL="2699857" indent="0">
              <a:buNone/>
              <a:defRPr sz="1575" b="1"/>
            </a:lvl7pPr>
            <a:lvl8pPr marL="3149834" indent="0">
              <a:buNone/>
              <a:defRPr sz="1575" b="1"/>
            </a:lvl8pPr>
            <a:lvl9pPr marL="3599810" indent="0">
              <a:buNone/>
              <a:defRPr sz="1575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6017" y="2629749"/>
            <a:ext cx="3825976" cy="386796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41560-EDD0-4262-85E3-6CD3C1E57DBE}" type="datetime1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3C64-FF03-43E4-92F1-A425A7705B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4207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D024F-902C-4978-88B8-E8CAAC31770B}" type="datetime1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3C64-FF03-43E4-92F1-A425A7705B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4884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CEBD1-0EC3-4F0B-A2ED-F9BAAB311D3B}" type="datetime1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3C64-FF03-43E4-92F1-A425A7705B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76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479954"/>
            <a:ext cx="2902585" cy="1679840"/>
          </a:xfrm>
        </p:spPr>
        <p:txBody>
          <a:bodyPr anchor="b"/>
          <a:lstStyle>
            <a:lvl1pPr>
              <a:defRPr sz="31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976" y="1036570"/>
            <a:ext cx="4556016" cy="5116178"/>
          </a:xfrm>
        </p:spPr>
        <p:txBody>
          <a:bodyPr/>
          <a:lstStyle>
            <a:lvl1pPr>
              <a:defRPr sz="3149"/>
            </a:lvl1pPr>
            <a:lvl2pPr>
              <a:defRPr sz="2756"/>
            </a:lvl2pPr>
            <a:lvl3pPr>
              <a:defRPr sz="2362"/>
            </a:lvl3pPr>
            <a:lvl4pPr>
              <a:defRPr sz="1968"/>
            </a:lvl4pPr>
            <a:lvl5pPr>
              <a:defRPr sz="1968"/>
            </a:lvl5pPr>
            <a:lvl6pPr>
              <a:defRPr sz="1968"/>
            </a:lvl6pPr>
            <a:lvl7pPr>
              <a:defRPr sz="1968"/>
            </a:lvl7pPr>
            <a:lvl8pPr>
              <a:defRPr sz="1968"/>
            </a:lvl8pPr>
            <a:lvl9pPr>
              <a:defRPr sz="1968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2159794"/>
            <a:ext cx="2902585" cy="4001285"/>
          </a:xfrm>
        </p:spPr>
        <p:txBody>
          <a:bodyPr/>
          <a:lstStyle>
            <a:lvl1pPr marL="0" indent="0">
              <a:buNone/>
              <a:defRPr sz="1575"/>
            </a:lvl1pPr>
            <a:lvl2pPr marL="449976" indent="0">
              <a:buNone/>
              <a:defRPr sz="1378"/>
            </a:lvl2pPr>
            <a:lvl3pPr marL="899952" indent="0">
              <a:buNone/>
              <a:defRPr sz="1181"/>
            </a:lvl3pPr>
            <a:lvl4pPr marL="1349929" indent="0">
              <a:buNone/>
              <a:defRPr sz="984"/>
            </a:lvl4pPr>
            <a:lvl5pPr marL="1799905" indent="0">
              <a:buNone/>
              <a:defRPr sz="984"/>
            </a:lvl5pPr>
            <a:lvl6pPr marL="2249881" indent="0">
              <a:buNone/>
              <a:defRPr sz="984"/>
            </a:lvl6pPr>
            <a:lvl7pPr marL="2699857" indent="0">
              <a:buNone/>
              <a:defRPr sz="984"/>
            </a:lvl7pPr>
            <a:lvl8pPr marL="3149834" indent="0">
              <a:buNone/>
              <a:defRPr sz="984"/>
            </a:lvl8pPr>
            <a:lvl9pPr marL="3599810" indent="0">
              <a:buNone/>
              <a:defRPr sz="984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9190A-0800-44DC-9EC4-55BC89E3B4BB}" type="datetime1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3C64-FF03-43E4-92F1-A425A7705B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4088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479954"/>
            <a:ext cx="2902585" cy="1679840"/>
          </a:xfrm>
        </p:spPr>
        <p:txBody>
          <a:bodyPr anchor="b"/>
          <a:lstStyle>
            <a:lvl1pPr>
              <a:defRPr sz="31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25976" y="1036570"/>
            <a:ext cx="4556016" cy="5116178"/>
          </a:xfrm>
        </p:spPr>
        <p:txBody>
          <a:bodyPr anchor="t"/>
          <a:lstStyle>
            <a:lvl1pPr marL="0" indent="0">
              <a:buNone/>
              <a:defRPr sz="3149"/>
            </a:lvl1pPr>
            <a:lvl2pPr marL="449976" indent="0">
              <a:buNone/>
              <a:defRPr sz="2756"/>
            </a:lvl2pPr>
            <a:lvl3pPr marL="899952" indent="0">
              <a:buNone/>
              <a:defRPr sz="2362"/>
            </a:lvl3pPr>
            <a:lvl4pPr marL="1349929" indent="0">
              <a:buNone/>
              <a:defRPr sz="1968"/>
            </a:lvl4pPr>
            <a:lvl5pPr marL="1799905" indent="0">
              <a:buNone/>
              <a:defRPr sz="1968"/>
            </a:lvl5pPr>
            <a:lvl6pPr marL="2249881" indent="0">
              <a:buNone/>
              <a:defRPr sz="1968"/>
            </a:lvl6pPr>
            <a:lvl7pPr marL="2699857" indent="0">
              <a:buNone/>
              <a:defRPr sz="1968"/>
            </a:lvl7pPr>
            <a:lvl8pPr marL="3149834" indent="0">
              <a:buNone/>
              <a:defRPr sz="1968"/>
            </a:lvl8pPr>
            <a:lvl9pPr marL="3599810" indent="0">
              <a:buNone/>
              <a:defRPr sz="196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2159794"/>
            <a:ext cx="2902585" cy="4001285"/>
          </a:xfrm>
        </p:spPr>
        <p:txBody>
          <a:bodyPr/>
          <a:lstStyle>
            <a:lvl1pPr marL="0" indent="0">
              <a:buNone/>
              <a:defRPr sz="1575"/>
            </a:lvl1pPr>
            <a:lvl2pPr marL="449976" indent="0">
              <a:buNone/>
              <a:defRPr sz="1378"/>
            </a:lvl2pPr>
            <a:lvl3pPr marL="899952" indent="0">
              <a:buNone/>
              <a:defRPr sz="1181"/>
            </a:lvl3pPr>
            <a:lvl4pPr marL="1349929" indent="0">
              <a:buNone/>
              <a:defRPr sz="984"/>
            </a:lvl4pPr>
            <a:lvl5pPr marL="1799905" indent="0">
              <a:buNone/>
              <a:defRPr sz="984"/>
            </a:lvl5pPr>
            <a:lvl6pPr marL="2249881" indent="0">
              <a:buNone/>
              <a:defRPr sz="984"/>
            </a:lvl6pPr>
            <a:lvl7pPr marL="2699857" indent="0">
              <a:buNone/>
              <a:defRPr sz="984"/>
            </a:lvl7pPr>
            <a:lvl8pPr marL="3149834" indent="0">
              <a:buNone/>
              <a:defRPr sz="984"/>
            </a:lvl8pPr>
            <a:lvl9pPr marL="3599810" indent="0">
              <a:buNone/>
              <a:defRPr sz="984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99C82-9C87-42FC-9378-CE701402073C}" type="datetime1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3C64-FF03-43E4-92F1-A425A7705B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846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50726-A10E-4D96-8A77-82D084C3FF77}" type="datetime1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3C64-FF03-43E4-92F1-A425A7705B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6765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0295" y="383297"/>
            <a:ext cx="1940525" cy="61010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8719" y="383297"/>
            <a:ext cx="5709082" cy="610108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DBA10-9D64-4121-A97D-002D4D05D950}" type="datetime1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3C64-FF03-43E4-92F1-A425A7705B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9566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718" y="383299"/>
            <a:ext cx="7762102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718" y="1916484"/>
            <a:ext cx="7762102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8718" y="6672698"/>
            <a:ext cx="2024896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8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BEB2E-78BC-4C2F-B0C9-783D4999CC11}" type="datetime1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1097" y="6672698"/>
            <a:ext cx="3037344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8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55924" y="6672698"/>
            <a:ext cx="2024896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8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063C64-FF03-43E4-92F1-A425A7705B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5431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5" r:id="rId1"/>
    <p:sldLayoutId id="2147484026" r:id="rId2"/>
    <p:sldLayoutId id="2147484027" r:id="rId3"/>
    <p:sldLayoutId id="2147484028" r:id="rId4"/>
    <p:sldLayoutId id="2147484029" r:id="rId5"/>
    <p:sldLayoutId id="2147484030" r:id="rId6"/>
    <p:sldLayoutId id="2147484031" r:id="rId7"/>
    <p:sldLayoutId id="2147484032" r:id="rId8"/>
    <p:sldLayoutId id="2147484033" r:id="rId9"/>
    <p:sldLayoutId id="2147484034" r:id="rId10"/>
    <p:sldLayoutId id="2147484035" r:id="rId11"/>
  </p:sldLayoutIdLst>
  <p:hf sldNum="0" hdr="0" dt="0"/>
  <p:txStyles>
    <p:titleStyle>
      <a:lvl1pPr algn="l" defTabSz="899952" rtl="0" eaLnBrk="1" latinLnBrk="0" hangingPunct="1">
        <a:lnSpc>
          <a:spcPct val="90000"/>
        </a:lnSpc>
        <a:spcBef>
          <a:spcPct val="0"/>
        </a:spcBef>
        <a:buNone/>
        <a:defRPr sz="43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988" indent="-224988" algn="l" defTabSz="899952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2756" kern="1200">
          <a:solidFill>
            <a:schemeClr val="tx1"/>
          </a:solidFill>
          <a:latin typeface="+mn-lt"/>
          <a:ea typeface="+mn-ea"/>
          <a:cs typeface="+mn-cs"/>
        </a:defRPr>
      </a:lvl1pPr>
      <a:lvl2pPr marL="674964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2pPr>
      <a:lvl3pPr marL="1124941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968" kern="1200">
          <a:solidFill>
            <a:schemeClr val="tx1"/>
          </a:solidFill>
          <a:latin typeface="+mn-lt"/>
          <a:ea typeface="+mn-ea"/>
          <a:cs typeface="+mn-cs"/>
        </a:defRPr>
      </a:lvl3pPr>
      <a:lvl4pPr marL="1574917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4pPr>
      <a:lvl5pPr marL="2024893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5pPr>
      <a:lvl6pPr marL="2474869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2924846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3374822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3824798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1pPr>
      <a:lvl2pPr marL="449976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2pPr>
      <a:lvl3pPr marL="899952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3pPr>
      <a:lvl4pPr marL="1349929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4pPr>
      <a:lvl5pPr marL="1799905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5pPr>
      <a:lvl6pPr marL="2249881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2699857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3149834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3599810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718" y="383299"/>
            <a:ext cx="7762102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718" y="1916484"/>
            <a:ext cx="7762102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8718" y="6672698"/>
            <a:ext cx="2024896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8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9051E-404F-4D81-8D5D-7B539B2AAA1D}" type="datetime1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1097" y="6672698"/>
            <a:ext cx="3037344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8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55924" y="6672698"/>
            <a:ext cx="2024896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8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063C64-FF03-43E4-92F1-A425A7705B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8976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7" r:id="rId1"/>
    <p:sldLayoutId id="2147484038" r:id="rId2"/>
    <p:sldLayoutId id="2147484039" r:id="rId3"/>
    <p:sldLayoutId id="2147484040" r:id="rId4"/>
    <p:sldLayoutId id="2147484041" r:id="rId5"/>
    <p:sldLayoutId id="2147484042" r:id="rId6"/>
    <p:sldLayoutId id="2147484043" r:id="rId7"/>
    <p:sldLayoutId id="2147484044" r:id="rId8"/>
    <p:sldLayoutId id="2147484045" r:id="rId9"/>
    <p:sldLayoutId id="2147484046" r:id="rId10"/>
    <p:sldLayoutId id="2147484047" r:id="rId11"/>
  </p:sldLayoutIdLst>
  <p:hf sldNum="0" hdr="0" dt="0"/>
  <p:txStyles>
    <p:titleStyle>
      <a:lvl1pPr algn="l" defTabSz="899952" rtl="0" eaLnBrk="1" latinLnBrk="0" hangingPunct="1">
        <a:lnSpc>
          <a:spcPct val="90000"/>
        </a:lnSpc>
        <a:spcBef>
          <a:spcPct val="0"/>
        </a:spcBef>
        <a:buNone/>
        <a:defRPr sz="43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988" indent="-224988" algn="l" defTabSz="899952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2756" kern="1200">
          <a:solidFill>
            <a:schemeClr val="tx1"/>
          </a:solidFill>
          <a:latin typeface="+mn-lt"/>
          <a:ea typeface="+mn-ea"/>
          <a:cs typeface="+mn-cs"/>
        </a:defRPr>
      </a:lvl1pPr>
      <a:lvl2pPr marL="674964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2pPr>
      <a:lvl3pPr marL="1124941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968" kern="1200">
          <a:solidFill>
            <a:schemeClr val="tx1"/>
          </a:solidFill>
          <a:latin typeface="+mn-lt"/>
          <a:ea typeface="+mn-ea"/>
          <a:cs typeface="+mn-cs"/>
        </a:defRPr>
      </a:lvl3pPr>
      <a:lvl4pPr marL="1574917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4pPr>
      <a:lvl5pPr marL="2024893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5pPr>
      <a:lvl6pPr marL="2474869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2924846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3374822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3824798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1pPr>
      <a:lvl2pPr marL="449976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2pPr>
      <a:lvl3pPr marL="899952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3pPr>
      <a:lvl4pPr marL="1349929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4pPr>
      <a:lvl5pPr marL="1799905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5pPr>
      <a:lvl6pPr marL="2249881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2699857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3149834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3599810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0684B-9FD9-40FA-8CD7-1F6D852A67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989" y="622942"/>
            <a:ext cx="8201851" cy="730188"/>
          </a:xfrm>
        </p:spPr>
        <p:txBody>
          <a:bodyPr>
            <a:normAutofit fontScale="90000"/>
          </a:bodyPr>
          <a:lstStyle/>
          <a:p>
            <a:pPr algn="ctr">
              <a:defRPr sz="1400"/>
            </a:pPr>
            <a:r>
              <a:t>Content Placeholder for VANITY – Fact Checking Web App</a:t>
            </a:r>
            <a:br/>
            <a:r>
              <a:t>(Replace with your own content as needed.)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A09757-0C6D-4903-AED4-D43E2C1FD6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5160" y="1551653"/>
            <a:ext cx="6610717" cy="688471"/>
          </a:xfrm>
        </p:spPr>
        <p:txBody>
          <a:bodyPr>
            <a:normAutofit/>
          </a:bodyPr>
          <a:lstStyle/>
          <a:p>
            <a:pPr algn="ctr"/>
            <a:r>
              <a:rPr lang="en-IN" sz="1476" dirty="0"/>
              <a:t>COURCE NAME: Innovation and Design Thinking</a:t>
            </a:r>
          </a:p>
          <a:p>
            <a:pPr algn="l"/>
            <a:r>
              <a:rPr lang="en-IN" sz="1476" dirty="0"/>
              <a:t>                                         COURSE CODE:1BIDTL108</a:t>
            </a:r>
            <a:endParaRPr lang="en-IN" sz="2067" dirty="0"/>
          </a:p>
          <a:p>
            <a:pPr algn="ctr"/>
            <a:endParaRPr lang="en-IN" sz="2067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1648326" y="6480759"/>
            <a:ext cx="6478123" cy="359357"/>
          </a:xfrm>
        </p:spPr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6D220C-7DB1-4CAD-BCE9-2ABAB4CFC913}"/>
              </a:ext>
            </a:extLst>
          </p:cNvPr>
          <p:cNvSpPr txBox="1"/>
          <p:nvPr/>
        </p:nvSpPr>
        <p:spPr>
          <a:xfrm rot="10800000" flipV="1">
            <a:off x="645159" y="3395189"/>
            <a:ext cx="5717354" cy="408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400"/>
            </a:pPr>
            <a:r>
              <a:t>Content Placeholder for VANITY – Fact Checking Web App</a:t>
            </a:r>
            <a:br/>
            <a:r>
              <a:t>(Replace with your own content as needed.)</a:t>
            </a:r>
            <a:endParaRPr lang="en-IN" sz="1329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169B2B-8811-4B3E-B536-C169581BAA99}"/>
              </a:ext>
            </a:extLst>
          </p:cNvPr>
          <p:cNvSpPr txBox="1"/>
          <p:nvPr/>
        </p:nvSpPr>
        <p:spPr>
          <a:xfrm>
            <a:off x="645159" y="3954840"/>
            <a:ext cx="4048918" cy="1113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29" b="1" dirty="0"/>
              <a:t>PROJECT TEAM MEMBERS:</a:t>
            </a:r>
          </a:p>
          <a:p>
            <a:r>
              <a:rPr lang="en-IN" sz="1329" dirty="0">
                <a:highlight>
                  <a:srgbClr val="FFFF00"/>
                </a:highlight>
              </a:rPr>
              <a:t>C VISHNU TEJ A(USN:)</a:t>
            </a:r>
          </a:p>
          <a:p>
            <a:r>
              <a:rPr lang="en-IN" sz="1329" dirty="0">
                <a:highlight>
                  <a:srgbClr val="FFFF00"/>
                </a:highlight>
              </a:rPr>
              <a:t>CHANDRA KISHORE GOWDA K.S (USN:)</a:t>
            </a:r>
          </a:p>
          <a:p>
            <a:r>
              <a:rPr lang="en-IN" sz="1329" dirty="0">
                <a:highlight>
                  <a:srgbClr val="FFFF00"/>
                </a:highlight>
              </a:rPr>
              <a:t>H J CHAKRADHAR REDDY(USN:)</a:t>
            </a:r>
          </a:p>
          <a:p>
            <a:r>
              <a:rPr lang="en-IN" sz="1329" dirty="0">
                <a:highlight>
                  <a:srgbClr val="FFFF00"/>
                </a:highlight>
              </a:rPr>
              <a:t>AKSHITH GOWDA (USN:)</a:t>
            </a:r>
          </a:p>
        </p:txBody>
      </p:sp>
      <p:sp>
        <p:nvSpPr>
          <p:cNvPr id="8" name="Rectangle 7"/>
          <p:cNvSpPr/>
          <p:nvPr/>
        </p:nvSpPr>
        <p:spPr>
          <a:xfrm>
            <a:off x="742733" y="5255212"/>
            <a:ext cx="3587387" cy="4998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400"/>
            </a:pPr>
            <a:r>
              <a:t>Content Placeholder for VANITY – Fact Checking Web App</a:t>
            </a:r>
            <a:br/>
            <a:r>
              <a:t>(Replace with your own content as needed.)</a:t>
            </a:r>
          </a:p>
        </p:txBody>
      </p:sp>
    </p:spTree>
    <p:extLst>
      <p:ext uri="{BB962C8B-B14F-4D97-AF65-F5344CB8AC3E}">
        <p14:creationId xmlns:p14="http://schemas.microsoft.com/office/powerpoint/2010/main" val="2429894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E0D6D-16CA-45F7-BE3A-D7909E99D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719" y="584188"/>
            <a:ext cx="7762101" cy="612420"/>
          </a:xfrm>
        </p:spPr>
        <p:txBody>
          <a:bodyPr>
            <a:normAutofit fontScale="90000"/>
          </a:bodyPr>
          <a:lstStyle/>
          <a:p>
            <a:pPr marL="0" marR="0" lvl="0" indent="0" defTabSz="899952" rtl="0" eaLnBrk="1" fontAlgn="base" latinLnBrk="0" hangingPunct="1">
              <a:lnSpc>
                <a:spcPct val="90000"/>
              </a:lnSpc>
              <a:spcBef>
                <a:spcPts val="984"/>
              </a:spcBef>
              <a:spcAft>
                <a:spcPts val="0"/>
              </a:spcAft>
              <a:tabLst/>
              <a:defRPr sz="1400"/>
            </a:pPr>
            <a:r>
              <a:t>Content Placeholder for VANITY – Fact Checking Web App</a:t>
            </a:r>
            <a:br/>
            <a:r>
              <a:t>(Replace with your own content as needed.)</a:t>
            </a:r>
            <a:endParaRPr lang="en-IN" sz="2362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94684-43A2-4DD0-8A4B-BA9C272B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256" y="1302852"/>
            <a:ext cx="8399568" cy="5071662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IN" sz="1772" dirty="0"/>
              <a:t>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981097" y="6480759"/>
            <a:ext cx="4339423" cy="359357"/>
          </a:xfrm>
        </p:spPr>
        <p:txBody>
          <a:bodyPr/>
          <a:lstStyle/>
          <a:p>
            <a:pPr defTabSz="449976"/>
            <a:r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Innovation and Design Thinking(1BIDTL108)                          2025-26</a:t>
            </a:r>
            <a:endParaRPr lang="en-IN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75926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719" y="372583"/>
            <a:ext cx="7762101" cy="902193"/>
          </a:xfrm>
        </p:spPr>
        <p:txBody>
          <a:bodyPr>
            <a:normAutofit fontScale="90000"/>
          </a:bodyPr>
          <a:lstStyle/>
          <a:p>
            <a:pPr marL="0" marR="0" lvl="0" indent="0" algn="l" defTabSz="899952" rtl="0" eaLnBrk="1" fontAlgn="auto" latinLnBrk="0" hangingPunct="1">
              <a:lnSpc>
                <a:spcPct val="150000"/>
              </a:lnSpc>
              <a:spcBef>
                <a:spcPts val="984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pPr>
            <a:r>
              <a:t>Content Placeholder for VANITY – Fact Checking Web App</a:t>
            </a:r>
            <a:br/>
            <a:r>
              <a:t>(Replace with your own content as needed.)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2371" y="990462"/>
            <a:ext cx="8489116" cy="531374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strike="sngStrike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Note: content for back ground Prior art : </a:t>
            </a:r>
            <a:r>
              <a:rPr lang="en-IN" sz="1700" strike="sngStrike" dirty="0"/>
              <a:t>Related Patent , Related Industrial designs, Company manufacturing similar/same  type of the products, information's related to existing products/services/processes 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/>
          </a:p>
          <a:p>
            <a:pPr marL="0" indent="0">
              <a:lnSpc>
                <a:spcPct val="150000"/>
              </a:lnSpc>
              <a:buNone/>
            </a:pPr>
            <a:endParaRPr lang="en-IN" dirty="0"/>
          </a:p>
          <a:p>
            <a:pPr marL="0" indent="0">
              <a:lnSpc>
                <a:spcPct val="150000"/>
              </a:lnSpc>
              <a:buNone/>
            </a:pPr>
            <a:endParaRPr lang="en-IN" dirty="0"/>
          </a:p>
          <a:p>
            <a:pPr marL="0" indent="0">
              <a:lnSpc>
                <a:spcPct val="150000"/>
              </a:lnSpc>
              <a:buNone/>
            </a:pPr>
            <a:endParaRPr lang="en-IN" dirty="0"/>
          </a:p>
          <a:p>
            <a:pPr marL="0" indent="0">
              <a:lnSpc>
                <a:spcPct val="150000"/>
              </a:lnSpc>
              <a:buNone/>
            </a:pPr>
            <a:endParaRPr lang="en-IN" dirty="0"/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 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364059" y="6480759"/>
            <a:ext cx="4580361" cy="359357"/>
          </a:xfrm>
        </p:spPr>
        <p:txBody>
          <a:bodyPr/>
          <a:lstStyle/>
          <a:p>
            <a:pPr defTabSz="449976"/>
            <a:r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Innovation and Design Thinking(1BIDTL108)                          2025-26</a:t>
            </a:r>
            <a:endParaRPr lang="en-IN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38407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719" y="372583"/>
            <a:ext cx="7762101" cy="902193"/>
          </a:xfrm>
        </p:spPr>
        <p:txBody>
          <a:bodyPr>
            <a:normAutofit fontScale="90000"/>
          </a:bodyPr>
          <a:lstStyle/>
          <a:p>
            <a:pPr>
              <a:spcBef>
                <a:spcPts val="738"/>
              </a:spcBef>
              <a:defRPr sz="1400"/>
            </a:pPr>
            <a:r>
              <a:t>Content Placeholder for VANITY – Fact Checking Web App</a:t>
            </a:r>
            <a:br/>
            <a:r>
              <a:t>(Replace with your own content as needed.)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2371" y="990462"/>
            <a:ext cx="8489116" cy="531374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defRPr sz="1400"/>
            </a:pPr>
            <a:r>
              <a:t>Content Placeholder for VANITY – Fact Checking Web App</a:t>
            </a:r>
            <a:br/>
            <a:r>
              <a:t>(Replace with your own content as needed.)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243169" y="6480759"/>
            <a:ext cx="4701251" cy="359357"/>
          </a:xfrm>
        </p:spPr>
        <p:txBody>
          <a:bodyPr/>
          <a:lstStyle/>
          <a:p>
            <a:pPr defTabSz="449976"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Innovation and Design Thinking(1BIDTL108)                          2025-26</a:t>
            </a:r>
            <a:endParaRPr lang="en-IN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13494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400"/>
            </a:pPr>
            <a:r>
              <a:t>Content Placeholder for VANITY – Fact Checking Web App</a:t>
            </a:r>
            <a:br/>
            <a:r>
              <a:t>(Replace with your own content as needed.)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275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718" y="383299"/>
            <a:ext cx="7762102" cy="615322"/>
          </a:xfrm>
        </p:spPr>
        <p:txBody>
          <a:bodyPr>
            <a:normAutofit fontScale="90000"/>
          </a:bodyPr>
          <a:lstStyle/>
          <a:p>
            <a:pPr>
              <a:defRPr sz="1400"/>
            </a:pPr>
            <a:r>
              <a:t>Content Placeholder for VANITY – Fact Checking Web App</a:t>
            </a:r>
            <a:br/>
            <a:r>
              <a:t>(Replace with your own content as needed.)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718" y="757989"/>
            <a:ext cx="7762102" cy="572639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    </a:t>
            </a:r>
            <a:r>
              <a:rPr lang="en-IN" sz="1600" strike="sngStrike" dirty="0"/>
              <a:t>Note:</a:t>
            </a:r>
            <a:r>
              <a:rPr lang="en-US" sz="1600" strike="sngStrike" dirty="0"/>
              <a:t>mention Objectives of Understand Phase with respect to your project </a:t>
            </a:r>
            <a:endParaRPr lang="en-IN" sz="1600" strike="sngStrik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81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Innovation and Design Thinking(1BIDTL108)                          2025-26</a:t>
            </a:r>
            <a:endParaRPr kumimoji="0" lang="en-IN" sz="1181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0052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718" y="383300"/>
            <a:ext cx="7762102" cy="687512"/>
          </a:xfrm>
        </p:spPr>
        <p:txBody>
          <a:bodyPr>
            <a:normAutofit fontScale="90000"/>
          </a:bodyPr>
          <a:lstStyle/>
          <a:p>
            <a:pPr>
              <a:defRPr sz="1400"/>
            </a:pPr>
            <a:r>
              <a:t>Content Placeholder for VANITY – Fact Checking Web App</a:t>
            </a:r>
            <a:br/>
            <a:r>
              <a:t>(Replace with your own content as needed.)</a:t>
            </a:r>
            <a:endParaRPr lang="en-IN" sz="2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303" y="934066"/>
            <a:ext cx="8337755" cy="5550316"/>
          </a:xfrm>
        </p:spPr>
        <p:txBody>
          <a:bodyPr>
            <a:normAutofit/>
          </a:bodyPr>
          <a:lstStyle/>
          <a:p>
            <a:pPr marL="0" marR="1664912" indent="0">
              <a:lnSpc>
                <a:spcPct val="150000"/>
              </a:lnSpc>
              <a:spcBef>
                <a:spcPts val="0"/>
              </a:spcBef>
              <a:buNone/>
              <a:tabLst>
                <a:tab pos="-134993" algn="dec"/>
                <a:tab pos="359981" algn="dec"/>
              </a:tabLst>
              <a:defRPr sz="1400"/>
            </a:pPr>
            <a:r>
              <a:t>Content Placeholder for VANITY – Fact Checking Web App</a:t>
            </a:r>
            <a:br/>
            <a:r>
              <a:t>(Replace with your own content as needed.)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859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718" y="383300"/>
            <a:ext cx="7762102" cy="863894"/>
          </a:xfrm>
        </p:spPr>
        <p:txBody>
          <a:bodyPr>
            <a:normAutofit fontScale="90000"/>
          </a:bodyPr>
          <a:lstStyle/>
          <a:p>
            <a:pPr>
              <a:defRPr sz="1400"/>
            </a:pPr>
            <a:r>
              <a:t>Content Placeholder for VANITY – Fact Checking Web App</a:t>
            </a:r>
            <a:br/>
            <a:r>
              <a:t>(Replace with your own content as needed.)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0789" y="1130710"/>
            <a:ext cx="8398043" cy="535367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600" i="1" strike="sngStrike" dirty="0">
                <a:latin typeface="Times New Roman" panose="02020603050405020304" pitchFamily="18" charset="0"/>
                <a:ea typeface="Calibri" panose="020F0502020204030204" pitchFamily="34" charset="0"/>
              </a:rPr>
              <a:t>Note: Describe about the problem clarification </a:t>
            </a:r>
            <a:r>
              <a:rPr lang="en-IN" sz="1600" i="1" strike="sngStrike" dirty="0" err="1">
                <a:latin typeface="Times New Roman" panose="02020603050405020304" pitchFamily="18" charset="0"/>
                <a:ea typeface="Calibri" panose="020F0502020204030204" pitchFamily="34" charset="0"/>
              </a:rPr>
              <a:t>wrt</a:t>
            </a:r>
            <a:r>
              <a:rPr lang="en-IN" sz="1600" i="1" strike="sngStrike" dirty="0">
                <a:latin typeface="Times New Roman" panose="02020603050405020304" pitchFamily="18" charset="0"/>
                <a:ea typeface="Calibri" panose="020F0502020204030204" pitchFamily="34" charset="0"/>
              </a:rPr>
              <a:t> the your  project</a:t>
            </a:r>
            <a:r>
              <a:rPr lang="en-IN" sz="1600" b="1" i="1" strike="sngStrik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IN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692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719" y="226143"/>
            <a:ext cx="7762101" cy="1317522"/>
          </a:xfrm>
        </p:spPr>
        <p:txBody>
          <a:bodyPr>
            <a:normAutofit fontScale="90000"/>
          </a:bodyPr>
          <a:lstStyle/>
          <a:p>
            <a:pPr lvl="0">
              <a:lnSpc>
                <a:spcPct val="150000"/>
              </a:lnSpc>
              <a:spcBef>
                <a:spcPts val="984"/>
              </a:spcBef>
              <a:defRPr sz="1400"/>
            </a:pPr>
            <a:r>
              <a:t>Content Placeholder for VANITY – Fact Checking Web App</a:t>
            </a:r>
            <a:br/>
            <a:r>
              <a:t>(Replace with your own content as needed.)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4968" y="1386348"/>
            <a:ext cx="8085852" cy="5098033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400" strike="sngStrike" dirty="0">
                <a:solidFill>
                  <a:srgbClr val="0F0F0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Note: Edit details about </a:t>
            </a:r>
            <a:r>
              <a:rPr kumimoji="0" lang="en-US" sz="1400" i="0" u="none" strike="sng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Problem Clarification (Kepner/</a:t>
            </a:r>
            <a:r>
              <a:rPr kumimoji="0" lang="en-US" sz="1400" i="0" u="none" strike="sngStrike" kern="1200" cap="none" spc="0" normalizeH="0" baseline="0" noProof="0" dirty="0" err="1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Tregore</a:t>
            </a:r>
            <a:r>
              <a:rPr kumimoji="0" lang="en-US" sz="1400" i="0" u="none" strike="sng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) </a:t>
            </a:r>
            <a:r>
              <a:rPr kumimoji="0" lang="en-US" sz="1400" i="0" u="none" strike="sngStrike" kern="1200" cap="none" spc="0" normalizeH="0" baseline="0" noProof="0" dirty="0" err="1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wrt</a:t>
            </a:r>
            <a:r>
              <a:rPr kumimoji="0" lang="en-US" sz="1400" i="0" u="none" strike="sng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your project </a:t>
            </a:r>
            <a:endParaRPr lang="en-US" sz="1400" i="1" strike="sngStrike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kumimoji="0" lang="en-US" sz="2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j-cs"/>
              </a:rPr>
              <a:t> </a:t>
            </a:r>
            <a:endParaRPr lang="en-IN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981097" y="6672698"/>
            <a:ext cx="4490514" cy="383297"/>
          </a:xfrm>
        </p:spPr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9529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AB3D7-D25F-04D1-D92E-EBE728607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718" y="383298"/>
            <a:ext cx="7762102" cy="973553"/>
          </a:xfrm>
        </p:spPr>
        <p:txBody>
          <a:bodyPr>
            <a:normAutofit fontScale="90000"/>
          </a:bodyPr>
          <a:lstStyle/>
          <a:p>
            <a:r>
              <a:rPr lang="en-US" sz="2200" b="1" dirty="0"/>
              <a:t>A15</a:t>
            </a:r>
            <a:r>
              <a:rPr lang="en-US" sz="2800" b="1" dirty="0"/>
              <a:t>: </a:t>
            </a:r>
            <a:r>
              <a:rPr lang="en-US" sz="2700" b="1" dirty="0"/>
              <a:t>Blind Spot of Knowledge and Awareness</a:t>
            </a:r>
            <a:br>
              <a:rPr lang="en-US" sz="2800" b="1" dirty="0"/>
            </a:br>
            <a:r>
              <a:rPr lang="en-US" sz="1600" b="1" dirty="0"/>
              <a:t> Note: </a:t>
            </a:r>
            <a:r>
              <a:rPr kumimoji="0" lang="en-US" sz="1600" b="0" i="0" u="none" strike="sng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slightly modify the above title as per your project title</a:t>
            </a:r>
            <a:br>
              <a:rPr lang="en-US" sz="2800" b="1" dirty="0"/>
            </a:b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2750B-0306-DB0F-D8DA-DC1D6D665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303" y="1356851"/>
            <a:ext cx="8357420" cy="51275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0" lang="en-US" sz="1400" i="0" u="none" strike="sng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Note: edit the details about Blind Spot of Knowledge and Awareness </a:t>
            </a:r>
            <a:r>
              <a:rPr kumimoji="0" lang="en-US" sz="1400" i="0" u="none" strike="sng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wrt</a:t>
            </a:r>
            <a:r>
              <a:rPr kumimoji="0" lang="en-US" sz="1400" i="0" u="none" strike="sng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your project </a:t>
            </a:r>
            <a:endParaRPr lang="en-IN" sz="1400" strike="sngStrik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B5A95D-1A97-A6F2-A75B-2EB86F988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1060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718" y="383299"/>
            <a:ext cx="7762102" cy="855566"/>
          </a:xfrm>
        </p:spPr>
        <p:txBody>
          <a:bodyPr>
            <a:normAutofit fontScale="90000"/>
          </a:bodyPr>
          <a:lstStyle/>
          <a:p>
            <a:pPr lvl="0">
              <a:lnSpc>
                <a:spcPct val="150000"/>
              </a:lnSpc>
              <a:spcBef>
                <a:spcPts val="0"/>
              </a:spcBef>
            </a:pPr>
            <a:br>
              <a:rPr lang="en-US" sz="1400" b="1" dirty="0">
                <a:solidFill>
                  <a:srgbClr val="0F0F0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sz="1400" b="1" dirty="0">
                <a:solidFill>
                  <a:srgbClr val="0F0F0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sz="1400" b="1" dirty="0">
                <a:solidFill>
                  <a:srgbClr val="0F0F0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sz="1400" b="1" dirty="0">
                <a:solidFill>
                  <a:srgbClr val="0F0F0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200" dirty="0">
                <a:solidFill>
                  <a:srgbClr val="0F0F0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A16</a:t>
            </a:r>
            <a:r>
              <a:rPr lang="en-US" sz="2200" b="1" dirty="0">
                <a:solidFill>
                  <a:srgbClr val="0F0F0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27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PESTEL Analysis </a:t>
            </a:r>
            <a:br>
              <a:rPr lang="en-US" sz="2362" b="1" i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</a:br>
            <a:r>
              <a:rPr lang="en-US" sz="2362" b="1" i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 </a:t>
            </a:r>
            <a:r>
              <a:rPr kumimoji="0" lang="en-US" sz="23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j-cs"/>
              </a:rPr>
              <a:t> </a:t>
            </a: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j-cs"/>
              </a:rPr>
              <a:t>Note: </a:t>
            </a:r>
            <a:r>
              <a:rPr kumimoji="0" lang="en-US" sz="1600" b="0" i="0" u="none" strike="sng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slightly modify the above title as per your project title</a:t>
            </a:r>
            <a:br>
              <a:rPr lang="en-IN" sz="1968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</a:br>
            <a:br>
              <a:rPr lang="en-IN" sz="1575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718" y="1504335"/>
            <a:ext cx="7762102" cy="4980047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i="1" strike="sngStrike" dirty="0">
                <a:latin typeface="Times New Roman" panose="02020603050405020304" pitchFamily="18" charset="0"/>
                <a:ea typeface="Calibri" panose="020F0502020204030204" pitchFamily="34" charset="0"/>
              </a:rPr>
              <a:t>Note:  edit details  about </a:t>
            </a:r>
            <a:r>
              <a:rPr lang="en-US" sz="1600" i="1" dirty="0">
                <a:latin typeface="Times New Roman" panose="02020603050405020304" pitchFamily="18" charset="0"/>
                <a:ea typeface="Calibri" panose="020F0502020204030204" pitchFamily="34" charset="0"/>
              </a:rPr>
              <a:t> PESTEL analysis  </a:t>
            </a:r>
            <a:r>
              <a:rPr lang="en-IN" sz="1600" i="1" strike="sngStrike" dirty="0" err="1">
                <a:latin typeface="Times New Roman" panose="02020603050405020304" pitchFamily="18" charset="0"/>
                <a:ea typeface="Calibri" panose="020F0502020204030204" pitchFamily="34" charset="0"/>
              </a:rPr>
              <a:t>wrt</a:t>
            </a:r>
            <a:r>
              <a:rPr lang="en-IN" sz="1600" i="1" strike="sngStrike" dirty="0">
                <a:latin typeface="Times New Roman" panose="02020603050405020304" pitchFamily="18" charset="0"/>
                <a:ea typeface="Calibri" panose="020F0502020204030204" pitchFamily="34" charset="0"/>
              </a:rPr>
              <a:t>  your  project</a:t>
            </a:r>
            <a:r>
              <a:rPr lang="en-IN" sz="1600" i="1" strike="sngStrik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IN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AutoNum type="alphaUcParenR"/>
            </a:pPr>
            <a:r>
              <a:rPr lang="en-US" sz="180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POLITICAL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AutoNum type="alphaUcParenR"/>
            </a:pPr>
            <a:endParaRPr lang="en-US" sz="1800" b="1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AutoNum type="alphaUcParenR"/>
            </a:pPr>
            <a:endParaRPr lang="en-IN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lvl="0" indent="0" algn="just">
              <a:lnSpc>
                <a:spcPct val="115000"/>
              </a:lnSpc>
              <a:buNone/>
            </a:pPr>
            <a:r>
              <a:rPr lang="en-US" sz="1800" b="1" i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B) ECONOMIC</a:t>
            </a:r>
          </a:p>
          <a:p>
            <a:pPr marL="0" lvl="0" indent="0" algn="just">
              <a:lnSpc>
                <a:spcPct val="115000"/>
              </a:lnSpc>
              <a:buNone/>
            </a:pPr>
            <a:endParaRPr lang="en-IN" sz="18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lvl="0" indent="0" algn="just">
              <a:lnSpc>
                <a:spcPct val="115000"/>
              </a:lnSpc>
              <a:buNone/>
            </a:pPr>
            <a:r>
              <a:rPr lang="en-US" sz="1800" b="1" i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C)SOCIAL</a:t>
            </a:r>
          </a:p>
          <a:p>
            <a:pPr marL="0" lvl="0" indent="0" algn="just">
              <a:lnSpc>
                <a:spcPct val="115000"/>
              </a:lnSpc>
              <a:buNone/>
            </a:pPr>
            <a:endParaRPr lang="en-IN" sz="1800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lvl="0" indent="0" algn="just">
              <a:lnSpc>
                <a:spcPct val="115000"/>
              </a:lnSpc>
              <a:buNone/>
            </a:pPr>
            <a:r>
              <a:rPr 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D)TECHNOLOGICAL</a:t>
            </a:r>
          </a:p>
          <a:p>
            <a:pPr marL="0" lvl="0" indent="0" algn="just">
              <a:lnSpc>
                <a:spcPct val="115000"/>
              </a:lnSpc>
              <a:buNone/>
            </a:pPr>
            <a:endParaRPr lang="en-IN" sz="18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lvl="0" indent="0" algn="just">
              <a:lnSpc>
                <a:spcPct val="115000"/>
              </a:lnSpc>
              <a:buNone/>
            </a:pPr>
            <a:r>
              <a:rPr lang="en-US" sz="18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 E) ENVIRONMENT</a:t>
            </a:r>
            <a:endParaRPr lang="en-IN" sz="18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769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718" y="383299"/>
            <a:ext cx="7762102" cy="885062"/>
          </a:xfrm>
        </p:spPr>
        <p:txBody>
          <a:bodyPr>
            <a:normAutofit fontScale="90000"/>
          </a:bodyPr>
          <a:lstStyle/>
          <a:p>
            <a:pPr lvl="0">
              <a:lnSpc>
                <a:spcPct val="150000"/>
              </a:lnSpc>
              <a:spcBef>
                <a:spcPts val="984"/>
              </a:spcBef>
            </a:pP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A17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:</a:t>
            </a:r>
            <a:r>
              <a:rPr lang="en-IN" sz="2700" b="1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Ishikawa Diagram</a:t>
            </a:r>
            <a:br>
              <a:rPr lang="en-IN" sz="2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</a:br>
            <a:r>
              <a:rPr kumimoji="0" lang="en-US" sz="23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j-cs"/>
              </a:rPr>
              <a:t> </a:t>
            </a: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j-cs"/>
              </a:rPr>
              <a:t>Note: </a:t>
            </a:r>
            <a:r>
              <a:rPr kumimoji="0" lang="en-US" sz="1600" b="0" i="0" u="none" strike="sng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slightly modify the above title as per your project title</a:t>
            </a:r>
            <a:endParaRPr lang="en-IN" sz="1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726" y="1445342"/>
            <a:ext cx="8470232" cy="503904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i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en-IN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i="1" strike="sngStrike" dirty="0">
                <a:latin typeface="Times New Roman" panose="02020603050405020304" pitchFamily="18" charset="0"/>
                <a:ea typeface="Calibri" panose="020F0502020204030204" pitchFamily="34" charset="0"/>
              </a:rPr>
              <a:t>Note: edit details of use of </a:t>
            </a:r>
            <a:r>
              <a:rPr lang="en-US" sz="1400" i="1" strike="sngStrik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strike="sngStrike" dirty="0">
                <a:latin typeface="Times New Roman" panose="02020603050405020304" pitchFamily="18" charset="0"/>
                <a:ea typeface="Calibri" panose="020F0502020204030204" pitchFamily="34" charset="0"/>
              </a:rPr>
              <a:t>Ishikawa Diagram for problem analysis </a:t>
            </a:r>
            <a:r>
              <a:rPr lang="en-US" sz="1400" strike="sngStrike" dirty="0" err="1">
                <a:latin typeface="Times New Roman" panose="02020603050405020304" pitchFamily="18" charset="0"/>
                <a:ea typeface="Calibri" panose="020F0502020204030204" pitchFamily="34" charset="0"/>
              </a:rPr>
              <a:t>wrt</a:t>
            </a:r>
            <a:r>
              <a:rPr lang="en-US" sz="1400" strike="sngStrike" dirty="0">
                <a:latin typeface="Times New Roman" panose="02020603050405020304" pitchFamily="18" charset="0"/>
                <a:ea typeface="Calibri" panose="020F0502020204030204" pitchFamily="34" charset="0"/>
              </a:rPr>
              <a:t> your project </a:t>
            </a:r>
            <a:endParaRPr lang="en-IN" sz="1400" strike="sngStrike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14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endParaRPr lang="en-IN" sz="1968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116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718" y="383299"/>
            <a:ext cx="7762102" cy="591259"/>
          </a:xfrm>
        </p:spPr>
        <p:txBody>
          <a:bodyPr>
            <a:normAutofit/>
          </a:bodyPr>
          <a:lstStyle/>
          <a:p>
            <a:pPr>
              <a:defRPr sz="1400"/>
            </a:pPr>
            <a:r>
              <a:t>Content Placeholder for VANITY – Fact Checking Web App</a:t>
            </a:r>
            <a:br/>
            <a:r>
              <a:t>(Replace with your own content as needed.)</a:t>
            </a:r>
            <a:endParaRPr lang="en-IN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718" y="1094874"/>
            <a:ext cx="7762102" cy="5389508"/>
          </a:xfrm>
        </p:spPr>
        <p:txBody>
          <a:bodyPr>
            <a:normAutofit/>
          </a:bodyPr>
          <a:lstStyle/>
          <a:p>
            <a:pPr marL="0" indent="0">
              <a:buNone/>
              <a:defRPr sz="1400"/>
            </a:pPr>
            <a:r>
              <a:t>Content Placeholder for VANITY – Fact Checking Web App</a:t>
            </a:r>
            <a:br/>
            <a:r>
              <a:t>(Replace with your own content as needed.)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729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719" y="180474"/>
            <a:ext cx="7762101" cy="601579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  <a:spcAft>
                <a:spcPts val="1181"/>
              </a:spcAft>
            </a:pPr>
            <a:br>
              <a:rPr lang="en-IN" sz="1968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</a:br>
            <a:br>
              <a:rPr lang="en-IN" sz="1968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718" y="1058779"/>
            <a:ext cx="7762102" cy="5425603"/>
          </a:xfrm>
        </p:spPr>
        <p:txBody>
          <a:bodyPr/>
          <a:lstStyle/>
          <a:p>
            <a:pPr marL="0" indent="0">
              <a:buNone/>
            </a:pPr>
            <a:endParaRPr lang="en-IN" sz="1800" b="1" kern="1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+mj-cs"/>
            </a:endParaRPr>
          </a:p>
          <a:p>
            <a:pPr marL="0" indent="0">
              <a:buNone/>
            </a:pPr>
            <a:endParaRPr lang="en-IN" sz="1800" b="1" kern="1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+mj-cs"/>
            </a:endParaRPr>
          </a:p>
          <a:p>
            <a:pPr marL="0" indent="0">
              <a:buNone/>
            </a:pPr>
            <a:endParaRPr lang="en-IN" sz="1800" b="1" kern="1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+mj-cs"/>
            </a:endParaRPr>
          </a:p>
          <a:p>
            <a:pPr marL="0" indent="0">
              <a:buNone/>
            </a:pPr>
            <a:endParaRPr lang="en-IN" sz="1800" b="1" kern="1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+mj-cs"/>
            </a:endParaRPr>
          </a:p>
          <a:p>
            <a:pPr marL="0" indent="0">
              <a:buNone/>
            </a:pPr>
            <a:endParaRPr lang="en-IN" sz="1800" b="1" kern="1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+mj-cs"/>
            </a:endParaRPr>
          </a:p>
          <a:p>
            <a:pPr marL="0" indent="0">
              <a:buNone/>
            </a:pPr>
            <a:r>
              <a:rPr lang="en-IN" sz="2800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+mj-cs"/>
              </a:rPr>
              <a:t>Part A2</a:t>
            </a:r>
            <a:r>
              <a:rPr lang="en-IN" sz="2800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+mj-cs"/>
              </a:rPr>
              <a:t>: OBSERVATION PHASE</a:t>
            </a:r>
            <a:br>
              <a:rPr lang="en-IN" sz="28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</a:br>
            <a:r>
              <a:rPr kumimoji="0" lang="en-US" sz="2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j-cs"/>
              </a:rPr>
              <a:t> </a:t>
            </a:r>
            <a:r>
              <a:rPr kumimoji="0" lang="en-US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j-cs"/>
              </a:rPr>
              <a:t>Note: </a:t>
            </a:r>
            <a:r>
              <a:rPr kumimoji="0" lang="en-US" sz="1200" b="0" i="0" u="none" strike="sng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slightly modify the above title as per your project title</a:t>
            </a:r>
            <a:endParaRPr lang="en-IN" sz="1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81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Innovation and Design Thinking(1BIDTL108)                          2025-26</a:t>
            </a:r>
            <a:endParaRPr kumimoji="0" lang="en-IN" sz="1181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2206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719" y="180474"/>
            <a:ext cx="7762101" cy="79292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  <a:spcAft>
                <a:spcPts val="1181"/>
              </a:spcAft>
            </a:pPr>
            <a:r>
              <a:rPr lang="en-IN" sz="2200" kern="100" dirty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+mn-cs"/>
              </a:rPr>
              <a:t>A21</a:t>
            </a:r>
            <a:r>
              <a:rPr lang="en-IN" sz="2700" b="1" kern="100" dirty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+mn-cs"/>
              </a:rPr>
              <a:t>:</a:t>
            </a:r>
            <a:r>
              <a:rPr lang="en-IN" sz="2700" b="1" kern="100" dirty="0">
                <a:solidFill>
                  <a:prstClr val="black"/>
                </a:solidFill>
                <a:latin typeface="+mn-lt"/>
                <a:ea typeface="+mn-ea"/>
                <a:cs typeface="+mn-cs"/>
              </a:rPr>
              <a:t>O</a:t>
            </a:r>
            <a:r>
              <a:rPr lang="en-IN" sz="2700" b="1" dirty="0">
                <a:solidFill>
                  <a:prstClr val="black"/>
                </a:solidFill>
                <a:latin typeface="+mn-lt"/>
                <a:ea typeface="+mn-ea"/>
                <a:cs typeface="+mn-cs"/>
              </a:rPr>
              <a:t>bjectives  of Observation phase </a:t>
            </a:r>
            <a:br>
              <a:rPr lang="en-IN" sz="3543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kumimoji="0" lang="en-US" sz="23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j-cs"/>
              </a:rPr>
              <a:t> </a:t>
            </a:r>
            <a:r>
              <a:rPr kumimoji="0" lang="en-US" sz="1600" i="1" u="none" strike="sng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j-cs"/>
              </a:rPr>
              <a:t>Note: slightly</a:t>
            </a:r>
            <a:r>
              <a:rPr kumimoji="0" lang="en-US" sz="1600" i="0" u="none" strike="sng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</a:t>
            </a:r>
            <a:r>
              <a:rPr kumimoji="0" lang="en-US" sz="1600" i="0" u="none" strike="sng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modify the above title as per your project title</a:t>
            </a:r>
            <a:endParaRPr lang="en-IN" sz="1600" strike="sngStrik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955" y="1238865"/>
            <a:ext cx="7967865" cy="52455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strike="sngStrike" dirty="0"/>
              <a:t>Note: edit aim/objectives/purpose of Observation Phase </a:t>
            </a:r>
            <a:r>
              <a:rPr lang="en-IN" sz="1400" strike="sngStrike" dirty="0" err="1"/>
              <a:t>wrt</a:t>
            </a:r>
            <a:r>
              <a:rPr lang="en-IN" sz="1400" strike="sngStrike" dirty="0"/>
              <a:t> to your project 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414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718" y="143318"/>
            <a:ext cx="7762102" cy="653095"/>
          </a:xfrm>
        </p:spPr>
        <p:txBody>
          <a:bodyPr>
            <a:normAutofit/>
          </a:bodyPr>
          <a:lstStyle/>
          <a:p>
            <a:pPr lvl="0">
              <a:spcBef>
                <a:spcPts val="984"/>
              </a:spcBef>
            </a:pPr>
            <a:r>
              <a:rPr lang="en-IN" sz="2000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A22</a:t>
            </a:r>
            <a:r>
              <a:rPr lang="en-IN" sz="2400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IN" sz="2400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Tips for observing</a:t>
            </a:r>
            <a:br>
              <a:rPr lang="en-IN" sz="24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</a:br>
            <a:r>
              <a:rPr lang="en-IN" sz="1400" dirty="0">
                <a:solidFill>
                  <a:prstClr val="black"/>
                </a:solidFill>
                <a:latin typeface="+mn-lt"/>
                <a:ea typeface="+mn-ea"/>
                <a:cs typeface="+mn-cs"/>
              </a:rPr>
              <a:t>Note: </a:t>
            </a:r>
            <a:r>
              <a:rPr kumimoji="0" lang="en-US" sz="1400" i="0" u="none" strike="sng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+mn-lt"/>
                <a:ea typeface="Times New Roman" panose="02020603050405020304" pitchFamily="18" charset="0"/>
                <a:cs typeface="+mn-cs"/>
              </a:rPr>
              <a:t>slightly modify the above title as per your project title</a:t>
            </a:r>
            <a:endParaRPr lang="en-IN" sz="14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115" y="1061884"/>
            <a:ext cx="8180439" cy="54224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0" lang="en-IN" sz="1400" i="0" u="none" strike="sng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j-cs"/>
              </a:rPr>
              <a:t>Note edit the details about  Tips for observing </a:t>
            </a:r>
            <a:r>
              <a:rPr kumimoji="0" lang="en-IN" sz="1400" i="0" u="none" strike="sngStrike" kern="1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j-cs"/>
              </a:rPr>
              <a:t>wrt</a:t>
            </a:r>
            <a:r>
              <a:rPr kumimoji="0" lang="en-IN" sz="1400" i="0" u="none" strike="sng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j-cs"/>
              </a:rPr>
              <a:t> your project </a:t>
            </a:r>
            <a:endParaRPr lang="en-IN" sz="1400" strike="sngStrik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472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718" y="383299"/>
            <a:ext cx="7762102" cy="816236"/>
          </a:xfrm>
        </p:spPr>
        <p:txBody>
          <a:bodyPr/>
          <a:lstStyle/>
          <a:p>
            <a:r>
              <a:rPr lang="en-US" sz="20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A23</a:t>
            </a:r>
            <a:r>
              <a:rPr lang="en-US" sz="2000" b="1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:</a:t>
            </a:r>
            <a:r>
              <a:rPr lang="en-US" sz="2400" b="1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Different Dimensions of Descriptive Observation </a:t>
            </a:r>
            <a:br>
              <a:rPr lang="en-IN" sz="20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</a:br>
            <a:r>
              <a:rPr lang="en-IN" sz="1400" dirty="0">
                <a:solidFill>
                  <a:prstClr val="black"/>
                </a:solidFill>
                <a:latin typeface="+mn-lt"/>
                <a:ea typeface="+mn-ea"/>
                <a:cs typeface="+mn-cs"/>
              </a:rPr>
              <a:t>Note: </a:t>
            </a:r>
            <a:r>
              <a:rPr kumimoji="0" lang="en-US" sz="1400" b="0" i="0" u="none" strike="sng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+mn-lt"/>
                <a:ea typeface="Times New Roman" panose="02020603050405020304" pitchFamily="18" charset="0"/>
                <a:cs typeface="+mn-cs"/>
              </a:rPr>
              <a:t>slightly modify the above title as per your project title</a:t>
            </a:r>
            <a:endParaRPr lang="en-IN" sz="14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853" y="1356852"/>
            <a:ext cx="8386010" cy="5127530"/>
          </a:xfrm>
        </p:spPr>
        <p:txBody>
          <a:bodyPr>
            <a:normAutofit/>
          </a:bodyPr>
          <a:lstStyle/>
          <a:p>
            <a:pPr marL="0" marR="0" lvl="0" indent="0" algn="l" defTabSz="899952" rtl="0" eaLnBrk="1" fontAlgn="auto" latinLnBrk="0" hangingPunct="1">
              <a:lnSpc>
                <a:spcPct val="90000"/>
              </a:lnSpc>
              <a:spcBef>
                <a:spcPts val="984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sng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Note:  edit the details about  Different Dimensions of Descriptive Observation  </a:t>
            </a:r>
            <a:r>
              <a:rPr kumimoji="0" lang="en-IN" sz="1400" b="0" i="0" u="none" strike="sngStrike" kern="1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wrt</a:t>
            </a:r>
            <a:r>
              <a:rPr kumimoji="0" lang="en-IN" sz="1400" b="0" i="0" u="none" strike="sng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 your project </a:t>
            </a:r>
            <a:endParaRPr kumimoji="0" lang="en-IN" sz="1400" b="0" i="0" u="none" strike="sng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indent="0">
              <a:buNone/>
            </a:pPr>
            <a:endParaRPr lang="en-IN" sz="1600" strike="sngStrik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981097" y="6672698"/>
            <a:ext cx="4261914" cy="383297"/>
          </a:xfrm>
        </p:spPr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4180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718" y="383299"/>
            <a:ext cx="7762102" cy="904080"/>
          </a:xfrm>
        </p:spPr>
        <p:txBody>
          <a:bodyPr>
            <a:normAutofit fontScale="90000"/>
          </a:bodyPr>
          <a:lstStyle/>
          <a:p>
            <a:pPr lvl="0">
              <a:spcBef>
                <a:spcPts val="984"/>
              </a:spcBef>
            </a:pPr>
            <a:br>
              <a:rPr lang="en-IN" sz="1400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</a:br>
            <a:br>
              <a:rPr lang="en-IN" sz="2700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en-US" sz="2200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A24</a:t>
            </a:r>
            <a:r>
              <a:rPr lang="en-US" sz="2700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: Different Factors of a Customer Experience </a:t>
            </a:r>
            <a:br>
              <a:rPr lang="en-IN" sz="24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</a:br>
            <a:r>
              <a:rPr lang="en-IN" sz="16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Note: </a:t>
            </a:r>
            <a:r>
              <a:rPr kumimoji="0" lang="en-US" sz="1600" b="0" i="0" u="none" strike="sng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slightly modify the above title as per your project title</a:t>
            </a:r>
            <a:br>
              <a:rPr lang="en-IN" sz="2756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718" y="1287379"/>
            <a:ext cx="7762102" cy="51970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strike="sngStrike" dirty="0"/>
              <a:t>Note: edit the different Factors of a Customer Experience for your project target customer </a:t>
            </a:r>
            <a:endParaRPr lang="en-IN" sz="1600" strike="sngStrik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95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758" y="383300"/>
            <a:ext cx="8092062" cy="717914"/>
          </a:xfrm>
        </p:spPr>
        <p:txBody>
          <a:bodyPr>
            <a:normAutofit/>
          </a:bodyPr>
          <a:lstStyle/>
          <a:p>
            <a:pPr lvl="0">
              <a:spcBef>
                <a:spcPts val="984"/>
              </a:spcBef>
              <a:defRPr sz="1400"/>
            </a:pPr>
            <a:r>
              <a:t>Content Placeholder for VANITY – Fact Checking Web App</a:t>
            </a:r>
            <a:br/>
            <a:r>
              <a:t>(Replace with your own content as needed.)</a:t>
            </a:r>
            <a:endParaRPr lang="en-IN" sz="14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758" y="1101214"/>
            <a:ext cx="8092062" cy="53831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strike="sngStrike" dirty="0"/>
              <a:t>Note: Edit/draw Empathy Map </a:t>
            </a:r>
            <a:r>
              <a:rPr lang="en-IN" sz="1400" strike="sngStrike" dirty="0" err="1"/>
              <a:t>wtt</a:t>
            </a:r>
            <a:r>
              <a:rPr lang="en-IN" sz="1400" strike="sngStrike" dirty="0"/>
              <a:t> your project target customer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3329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AE7D4-6929-3E14-DA12-B0A0E93C0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7BA9D-003F-36F9-7CCC-43387C259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758" y="383300"/>
            <a:ext cx="8092062" cy="717914"/>
          </a:xfrm>
        </p:spPr>
        <p:txBody>
          <a:bodyPr>
            <a:normAutofit/>
          </a:bodyPr>
          <a:lstStyle/>
          <a:p>
            <a:pPr lvl="0">
              <a:spcBef>
                <a:spcPts val="984"/>
              </a:spcBef>
              <a:defRPr sz="1400"/>
            </a:pPr>
            <a:r>
              <a:t>Content Placeholder for VANITY – Fact Checking Web App</a:t>
            </a:r>
            <a:br/>
            <a:r>
              <a:t>(Replace with your own content as needed.)</a:t>
            </a:r>
            <a:endParaRPr lang="en-IN" sz="14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A7CBE-CD48-E9FF-4F65-C1D54D9E3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758" y="1101214"/>
            <a:ext cx="8092062" cy="53831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strike="sngStrike" dirty="0"/>
              <a:t>Note: Edit the details about Cognitive walkthrough </a:t>
            </a:r>
            <a:r>
              <a:rPr lang="en-IN" sz="1400" strike="sngStrike" dirty="0" err="1"/>
              <a:t>wtt</a:t>
            </a:r>
            <a:r>
              <a:rPr lang="en-IN" sz="1400" strike="sngStrike" dirty="0"/>
              <a:t> your project/ target customer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06C24-C2A5-B6D0-52CD-38FA3F0DB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81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Innovation and Design Thinking(1BIDTL108)                          2025-26</a:t>
            </a:r>
            <a:endParaRPr kumimoji="0" lang="en-IN" sz="1181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DEF351-CAC0-19E1-5D9B-EBBE2D92986F}"/>
              </a:ext>
            </a:extLst>
          </p:cNvPr>
          <p:cNvSpPr txBox="1"/>
          <p:nvPr/>
        </p:nvSpPr>
        <p:spPr>
          <a:xfrm>
            <a:off x="2249129" y="3413940"/>
            <a:ext cx="44982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Content Placeholder for VANITY – Fact Checking Web App</a:t>
            </a:r>
            <a:br/>
            <a:r>
              <a:t>(Replace with your own content as needed.)</a:t>
            </a:r>
          </a:p>
        </p:txBody>
      </p:sp>
    </p:spTree>
    <p:extLst>
      <p:ext uri="{BB962C8B-B14F-4D97-AF65-F5344CB8AC3E}">
        <p14:creationId xmlns:p14="http://schemas.microsoft.com/office/powerpoint/2010/main" val="26810636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C0F1A-8FEA-EBA1-B84D-3B1B2374B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F4903-D280-2AE2-4B2D-9F457905E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758" y="383300"/>
            <a:ext cx="8092062" cy="717914"/>
          </a:xfrm>
        </p:spPr>
        <p:txBody>
          <a:bodyPr>
            <a:normAutofit/>
          </a:bodyPr>
          <a:lstStyle/>
          <a:p>
            <a:pPr lvl="0">
              <a:spcBef>
                <a:spcPts val="984"/>
              </a:spcBef>
              <a:defRPr sz="1400"/>
            </a:pPr>
            <a:r>
              <a:t>Content Placeholder for VANITY – Fact Checking Web App</a:t>
            </a:r>
            <a:br/>
            <a:r>
              <a:t>(Replace with your own content as needed.)</a:t>
            </a:r>
            <a:endParaRPr lang="en-IN" sz="14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FD719-E800-C315-1643-508C179F3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758" y="1101214"/>
            <a:ext cx="8092062" cy="53831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strike="sngStrike" dirty="0"/>
              <a:t>Note: Edit the details about </a:t>
            </a:r>
            <a:r>
              <a:rPr lang="en-IN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Heuristic Evaluation process followed </a:t>
            </a:r>
            <a:r>
              <a:rPr lang="en-IN" sz="1400" strike="sngStrike" dirty="0" err="1"/>
              <a:t>wtt</a:t>
            </a:r>
            <a:r>
              <a:rPr lang="en-IN" sz="1400" strike="sngStrike" dirty="0"/>
              <a:t> your project/ product/procedure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AE0763-17F5-6771-1B89-2B8FF532A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81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Innovation and Design Thinking(1BIDTL108)                          2025-26</a:t>
            </a:r>
            <a:endParaRPr kumimoji="0" lang="en-IN" sz="1181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99360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C7BCC-8B9D-38EB-E37D-97A6D002B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0202A-52BC-D19A-E050-239C2426A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758" y="383300"/>
            <a:ext cx="8092062" cy="717914"/>
          </a:xfrm>
        </p:spPr>
        <p:txBody>
          <a:bodyPr>
            <a:normAutofit/>
          </a:bodyPr>
          <a:lstStyle/>
          <a:p>
            <a:pPr lvl="0">
              <a:spcBef>
                <a:spcPts val="984"/>
              </a:spcBef>
              <a:defRPr sz="1400"/>
            </a:pPr>
            <a:r>
              <a:t>Content Placeholder for VANITY – Fact Checking Web App</a:t>
            </a:r>
            <a:br/>
            <a:r>
              <a:t>(Replace with your own content as needed.)</a:t>
            </a:r>
            <a:endParaRPr lang="en-IN" sz="14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DCCF7-564A-B561-403E-1004CFEC2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758" y="1101214"/>
            <a:ext cx="8092062" cy="53831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strike="sngStrike" dirty="0"/>
              <a:t>Note: Edit the details about </a:t>
            </a:r>
            <a:r>
              <a:rPr lang="en-IN" sz="1400" strike="sngStrike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Critical-Incident Techniques </a:t>
            </a:r>
            <a:r>
              <a:rPr lang="en-IN" sz="1400" strike="sngStrike" dirty="0">
                <a:latin typeface="Times New Roman" panose="02020603050405020304" pitchFamily="18" charset="0"/>
                <a:ea typeface="Times New Roman" panose="02020603050405020304" pitchFamily="18" charset="0"/>
              </a:rPr>
              <a:t>followed </a:t>
            </a:r>
            <a:r>
              <a:rPr lang="en-IN" sz="1400" strike="sngStrike" dirty="0" err="1"/>
              <a:t>wtt</a:t>
            </a:r>
            <a:r>
              <a:rPr lang="en-IN" sz="1400" strike="sngStrike" dirty="0"/>
              <a:t> your project/ product/procedure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362D8E-4682-260B-2995-3EF1565C4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81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Innovation and Design Thinking(1BIDTL108)                          2025-26</a:t>
            </a:r>
            <a:endParaRPr kumimoji="0" lang="en-IN" sz="1181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74736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ECED8-986D-159D-7EB1-696D7CCE9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718" y="383299"/>
            <a:ext cx="7762102" cy="834396"/>
          </a:xfrm>
        </p:spPr>
        <p:txBody>
          <a:bodyPr>
            <a:normAutofit/>
          </a:bodyPr>
          <a:lstStyle/>
          <a:p>
            <a:pPr>
              <a:defRPr sz="1400"/>
            </a:pPr>
            <a:r>
              <a:t>Content Placeholder for VANITY – Fact Checking Web App</a:t>
            </a:r>
            <a:br/>
            <a:r>
              <a:t>(Replace with your own content as needed.)</a:t>
            </a:r>
            <a:endParaRPr lang="en-IN" sz="1400" strike="sngStri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22F60-A269-40F6-4271-51B771334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129" y="1406012"/>
            <a:ext cx="8278761" cy="50783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strike="sngStrike" dirty="0"/>
              <a:t>Note: edit the details of  Field Visit And Customer/Target Group Interaction, online/offline review details </a:t>
            </a:r>
            <a:br>
              <a:rPr lang="en-US" sz="1400" dirty="0"/>
            </a:br>
            <a:endParaRPr lang="en-IN" sz="1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82BC74-4B70-754E-5E07-A1FDBC377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50208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718" y="383299"/>
            <a:ext cx="7762102" cy="737578"/>
          </a:xfrm>
        </p:spPr>
        <p:txBody>
          <a:bodyPr>
            <a:normAutofit fontScale="90000"/>
          </a:bodyPr>
          <a:lstStyle/>
          <a:p>
            <a:pPr lvl="0">
              <a:spcBef>
                <a:spcPts val="984"/>
              </a:spcBef>
              <a:defRPr sz="1400"/>
            </a:pPr>
            <a:r>
              <a:t>Content Placeholder for VANITY – Fact Checking Web App</a:t>
            </a:r>
            <a:br/>
            <a:r>
              <a:t>(Replace with your own content as needed.)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981" y="1406013"/>
            <a:ext cx="8554064" cy="50783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strike="sngStrike" dirty="0">
                <a:solidFill>
                  <a:prstClr val="black"/>
                </a:solidFill>
                <a:ea typeface="+mj-ea"/>
                <a:cs typeface="+mj-cs"/>
              </a:rPr>
              <a:t>Note: Conclusion/comment/remarks/outcome of  Observation phase </a:t>
            </a:r>
            <a:r>
              <a:rPr lang="en-IN" sz="1400" strike="sngStrike" dirty="0" err="1">
                <a:solidFill>
                  <a:prstClr val="black"/>
                </a:solidFill>
                <a:ea typeface="+mj-ea"/>
                <a:cs typeface="+mj-cs"/>
              </a:rPr>
              <a:t>wrt</a:t>
            </a:r>
            <a:r>
              <a:rPr lang="en-IN" sz="1400" strike="sngStrike" dirty="0">
                <a:solidFill>
                  <a:prstClr val="black"/>
                </a:solidFill>
                <a:ea typeface="+mj-ea"/>
                <a:cs typeface="+mj-cs"/>
              </a:rPr>
              <a:t> your project </a:t>
            </a:r>
            <a:r>
              <a:rPr lang="en-IN" sz="1600" strike="sngStrike" dirty="0">
                <a:solidFill>
                  <a:prstClr val="black"/>
                </a:solidFill>
                <a:ea typeface="+mj-ea"/>
                <a:cs typeface="+mj-cs"/>
              </a:rPr>
              <a:t> </a:t>
            </a:r>
            <a:br>
              <a:rPr lang="en-IN" sz="1600" dirty="0">
                <a:solidFill>
                  <a:prstClr val="black"/>
                </a:solidFill>
                <a:ea typeface="+mj-ea"/>
                <a:cs typeface="+mj-cs"/>
              </a:rPr>
            </a:br>
            <a:endParaRPr lang="en-IN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4568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718" y="806116"/>
            <a:ext cx="8019956" cy="5678266"/>
          </a:xfrm>
        </p:spPr>
        <p:txBody>
          <a:bodyPr/>
          <a:lstStyle/>
          <a:p>
            <a:pPr marL="0" indent="0">
              <a:buNone/>
              <a:defRPr sz="1400"/>
            </a:pPr>
            <a:r>
              <a:t>Content Placeholder for VANITY – Fact Checking Web App</a:t>
            </a:r>
            <a:br/>
            <a:r>
              <a:t>(Replace with your own content as needed.)</a:t>
            </a:r>
            <a:endParaRPr lang="en-IN" sz="4330" dirty="0">
              <a:solidFill>
                <a:prstClr val="black"/>
              </a:solidFill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2178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719" y="584188"/>
            <a:ext cx="7762101" cy="836633"/>
          </a:xfrm>
        </p:spPr>
        <p:txBody>
          <a:bodyPr>
            <a:normAutofit/>
          </a:bodyPr>
          <a:lstStyle/>
          <a:p>
            <a:pPr lvl="0">
              <a:spcBef>
                <a:spcPts val="984"/>
              </a:spcBef>
            </a:pPr>
            <a:r>
              <a:rPr lang="en-IN" sz="20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A31</a:t>
            </a:r>
            <a:r>
              <a:rPr lang="en-IN" sz="2756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:</a:t>
            </a:r>
            <a:r>
              <a:rPr lang="en-IN" sz="2400" b="1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Objectives of the Define Phase </a:t>
            </a:r>
            <a:br>
              <a:rPr lang="en-IN" sz="2400" b="1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</a:br>
            <a:r>
              <a:rPr lang="en-IN" sz="14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Note: </a:t>
            </a:r>
            <a:r>
              <a:rPr kumimoji="0" lang="en-US" sz="1400" b="0" i="0" u="none" strike="sng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slightly modify the above title as per objective of  your project title</a:t>
            </a:r>
            <a:endParaRPr lang="en-IN" sz="1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037" y="1420820"/>
            <a:ext cx="8265366" cy="48833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strike="sngStrike" dirty="0"/>
              <a:t>Note: Aim/objectives/purpose/requirement  of Define phase </a:t>
            </a:r>
            <a:r>
              <a:rPr lang="en-IN" sz="1400" strike="sngStrike" dirty="0" err="1"/>
              <a:t>wrt</a:t>
            </a:r>
            <a:r>
              <a:rPr lang="en-IN" sz="1400" strike="sngStrike" dirty="0"/>
              <a:t> your project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90941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718" y="265472"/>
            <a:ext cx="7762102" cy="726083"/>
          </a:xfrm>
        </p:spPr>
        <p:txBody>
          <a:bodyPr/>
          <a:lstStyle/>
          <a:p>
            <a:pPr lvl="0">
              <a:spcBef>
                <a:spcPts val="984"/>
              </a:spcBef>
            </a:pPr>
            <a:r>
              <a:rPr lang="en-IN" sz="20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A32</a:t>
            </a:r>
            <a:r>
              <a:rPr lang="en-IN" sz="24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: </a:t>
            </a:r>
            <a:r>
              <a:rPr lang="en-IN" sz="2400" b="1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Point-Of-View Phase</a:t>
            </a:r>
            <a:br>
              <a:rPr lang="en-IN" sz="24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</a:br>
            <a:r>
              <a:rPr lang="en-IN" sz="14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Note: </a:t>
            </a:r>
            <a:r>
              <a:rPr kumimoji="0" lang="en-US" sz="1400" i="0" u="none" strike="sng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slightly modify the above title as per your project title</a:t>
            </a:r>
            <a:endParaRPr lang="en-IN" sz="1400" strike="sngStrike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916" y="914401"/>
            <a:ext cx="8244478" cy="5569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strike="sngStrike" dirty="0"/>
              <a:t>Note: Edit the details of Point -of-View  </a:t>
            </a:r>
            <a:r>
              <a:rPr lang="en-IN" sz="1400" strike="sngStrike" dirty="0" err="1"/>
              <a:t>wrt</a:t>
            </a:r>
            <a:r>
              <a:rPr lang="en-IN" sz="1400" strike="sngStrike" dirty="0"/>
              <a:t> your project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672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718" y="383299"/>
            <a:ext cx="7762102" cy="816236"/>
          </a:xfrm>
        </p:spPr>
        <p:txBody>
          <a:bodyPr>
            <a:normAutofit/>
          </a:bodyPr>
          <a:lstStyle/>
          <a:p>
            <a:pPr lvl="0">
              <a:spcBef>
                <a:spcPts val="984"/>
              </a:spcBef>
            </a:pPr>
            <a:r>
              <a:rPr lang="en-IN" sz="20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A33</a:t>
            </a:r>
            <a:r>
              <a:rPr lang="en-IN" sz="2400" b="1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</a:t>
            </a:r>
            <a:r>
              <a:rPr lang="en-IN" sz="2400" b="1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Persona</a:t>
            </a:r>
            <a:br>
              <a:rPr lang="en-IN" sz="2756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</a:br>
            <a:r>
              <a:rPr lang="en-IN" sz="14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Note: </a:t>
            </a:r>
            <a:r>
              <a:rPr kumimoji="0" lang="en-US" sz="1400" b="0" i="0" u="none" strike="sng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slightly modify the above title as per your </a:t>
            </a:r>
            <a:r>
              <a:rPr lang="en-US" sz="1400" strike="sngStrike" dirty="0">
                <a:solidFill>
                  <a:srgbClr val="0F0F0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customer/target customer </a:t>
            </a:r>
            <a:endParaRPr lang="en-IN" sz="1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0789" y="1317523"/>
            <a:ext cx="8325853" cy="5166859"/>
          </a:xfrm>
        </p:spPr>
        <p:txBody>
          <a:bodyPr/>
          <a:lstStyle/>
          <a:p>
            <a:pPr marL="0" indent="0">
              <a:buNone/>
              <a:defRPr sz="1400"/>
            </a:pPr>
            <a:r>
              <a:t>Content Placeholder for VANITY – Fact Checking Web App</a:t>
            </a:r>
            <a:br/>
            <a:r>
              <a:t>(Replace with your own content as needed.)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5844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718" y="383298"/>
            <a:ext cx="7762102" cy="934225"/>
          </a:xfrm>
        </p:spPr>
        <p:txBody>
          <a:bodyPr>
            <a:normAutofit fontScale="90000"/>
          </a:bodyPr>
          <a:lstStyle/>
          <a:p>
            <a:pPr marR="35623">
              <a:lnSpc>
                <a:spcPct val="150000"/>
              </a:lnSpc>
            </a:pPr>
            <a:br>
              <a:rPr lang="en-IN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A34</a:t>
            </a:r>
            <a:r>
              <a:rPr lang="en-IN" sz="27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7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 </a:t>
            </a:r>
            <a:r>
              <a:rPr lang="en-IN" sz="2700" b="1" dirty="0">
                <a:solidFill>
                  <a:prstClr val="black"/>
                </a:solidFill>
              </a:rPr>
              <a:t>Checklist for Identifying Customer Problems</a:t>
            </a:r>
            <a:br>
              <a:rPr lang="en-IN" sz="2000" b="1" dirty="0">
                <a:solidFill>
                  <a:prstClr val="black"/>
                </a:solidFill>
              </a:rPr>
            </a:br>
            <a:r>
              <a:rPr lang="en-IN" sz="1600" b="1" dirty="0">
                <a:solidFill>
                  <a:prstClr val="black"/>
                </a:solidFill>
              </a:rPr>
              <a:t>Note: </a:t>
            </a:r>
            <a:r>
              <a:rPr kumimoji="0" lang="en-US" sz="1600" b="0" i="0" u="none" strike="sng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slightly modify the above title as per your </a:t>
            </a:r>
            <a:r>
              <a:rPr lang="en-US" sz="1600" strike="sngStrike" dirty="0">
                <a:solidFill>
                  <a:srgbClr val="0F0F0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customer</a:t>
            </a:r>
            <a:br>
              <a:rPr lang="en-IN" sz="2000" dirty="0">
                <a:solidFill>
                  <a:prstClr val="black"/>
                </a:solidFill>
              </a:rPr>
            </a:br>
            <a:br>
              <a:rPr lang="en-IN" sz="3543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663" y="1317523"/>
            <a:ext cx="8321066" cy="5166859"/>
          </a:xfrm>
        </p:spPr>
        <p:txBody>
          <a:bodyPr/>
          <a:lstStyle/>
          <a:p>
            <a:pPr marL="0" indent="0">
              <a:buNone/>
            </a:pPr>
            <a:r>
              <a:rPr lang="en-IN" sz="1400" strike="sngStrike" dirty="0"/>
              <a:t>Note: edit the summery  for Identifying customer problems  according to Osterwalder et al. (2014) 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4209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718" y="245649"/>
            <a:ext cx="7762102" cy="796572"/>
          </a:xfrm>
        </p:spPr>
        <p:txBody>
          <a:bodyPr>
            <a:normAutofit/>
          </a:bodyPr>
          <a:lstStyle/>
          <a:p>
            <a:pPr lvl="0">
              <a:spcBef>
                <a:spcPts val="984"/>
              </a:spcBef>
              <a:defRPr sz="1400"/>
            </a:pPr>
            <a:r>
              <a:t>Content Placeholder for VANITY – Fact Checking Web App</a:t>
            </a:r>
            <a:br/>
            <a:r>
              <a:t>(Replace with your own content as needed.)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821" y="1189703"/>
            <a:ext cx="8446168" cy="52946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strike="sngStrike" dirty="0"/>
              <a:t>Note: edit the summery of  Checklist For Identifying Customer Needs/Wishes </a:t>
            </a:r>
            <a:r>
              <a:rPr lang="en-IN" sz="1400" strike="sngStrike" dirty="0" err="1"/>
              <a:t>wrt</a:t>
            </a:r>
            <a:r>
              <a:rPr lang="en-IN" sz="1400" strike="sngStrike" dirty="0"/>
              <a:t> your target customer according to Osterwalder et al. (2014)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8233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718" y="383299"/>
            <a:ext cx="7762102" cy="1031043"/>
          </a:xfrm>
        </p:spPr>
        <p:txBody>
          <a:bodyPr>
            <a:normAutofit fontScale="90000"/>
          </a:bodyPr>
          <a:lstStyle/>
          <a:p>
            <a:pPr lvl="0">
              <a:lnSpc>
                <a:spcPct val="150000"/>
              </a:lnSpc>
              <a:spcBef>
                <a:spcPts val="984"/>
              </a:spcBef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A36 </a:t>
            </a:r>
            <a:r>
              <a:rPr lang="en-US" sz="27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:Cognitive Ladder of Means-end approach</a:t>
            </a:r>
            <a:b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</a:b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Note: </a:t>
            </a:r>
            <a:r>
              <a:rPr kumimoji="0" lang="en-US" sz="1600" b="0" i="0" u="none" strike="sng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slightly modify the above title as per your project/target customer </a:t>
            </a:r>
            <a:br>
              <a:rPr lang="en-IN" sz="16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</a:br>
            <a:endParaRPr lang="en-IN" sz="1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303" y="1288026"/>
            <a:ext cx="8386915" cy="5196356"/>
          </a:xfrm>
        </p:spPr>
        <p:txBody>
          <a:bodyPr>
            <a:normAutofit/>
          </a:bodyPr>
          <a:lstStyle/>
          <a:p>
            <a:pPr marL="0" marR="35623" indent="0" algn="just">
              <a:lnSpc>
                <a:spcPct val="150000"/>
              </a:lnSpc>
              <a:buNone/>
            </a:pPr>
            <a:r>
              <a:rPr lang="en-IN" sz="1400" strike="sngStrike" kern="100" dirty="0">
                <a:solidFill>
                  <a:srgbClr val="000000"/>
                </a:solidFill>
                <a:ea typeface="Aptos"/>
              </a:rPr>
              <a:t>Note: edit the details about the below mentioned benefits with respect to target customer as per </a:t>
            </a:r>
            <a:r>
              <a:rPr lang="en-US" sz="1400" strike="sngStrike" kern="100" dirty="0">
                <a:solidFill>
                  <a:srgbClr val="000000"/>
                </a:solidFill>
                <a:ea typeface="Aptos"/>
              </a:rPr>
              <a:t>Cognitive Ladder of Means-end approach.</a:t>
            </a:r>
            <a:endParaRPr lang="en-IN" sz="1400" strike="sngStrike" kern="100" dirty="0">
              <a:solidFill>
                <a:srgbClr val="000000"/>
              </a:solidFill>
              <a:ea typeface="Aptos"/>
            </a:endParaRPr>
          </a:p>
          <a:p>
            <a:pPr marR="35623" algn="just">
              <a:lnSpc>
                <a:spcPct val="150000"/>
              </a:lnSpc>
            </a:pPr>
            <a:r>
              <a:rPr lang="en-IN" sz="2000" b="1" kern="100" dirty="0">
                <a:solidFill>
                  <a:srgbClr val="000000"/>
                </a:solidFill>
                <a:ea typeface="Aptos"/>
              </a:rPr>
              <a:t>Functional benefits:</a:t>
            </a:r>
          </a:p>
          <a:p>
            <a:pPr marR="35623" algn="just">
              <a:lnSpc>
                <a:spcPct val="150000"/>
              </a:lnSpc>
            </a:pPr>
            <a:endParaRPr lang="en-IN" sz="2000" b="1" dirty="0">
              <a:ea typeface="Aptos"/>
            </a:endParaRPr>
          </a:p>
          <a:p>
            <a:pPr marR="35623" algn="just">
              <a:lnSpc>
                <a:spcPct val="150000"/>
              </a:lnSpc>
            </a:pPr>
            <a:r>
              <a:rPr lang="en-IN" sz="2000" b="1" kern="100" dirty="0">
                <a:solidFill>
                  <a:srgbClr val="000000"/>
                </a:solidFill>
                <a:ea typeface="Aptos"/>
              </a:rPr>
              <a:t>Psychological benefits:</a:t>
            </a:r>
          </a:p>
          <a:p>
            <a:pPr marR="35623" algn="just">
              <a:lnSpc>
                <a:spcPct val="150000"/>
              </a:lnSpc>
            </a:pPr>
            <a:endParaRPr lang="en-IN" sz="2000" b="1" kern="100" dirty="0">
              <a:solidFill>
                <a:srgbClr val="000000"/>
              </a:solidFill>
              <a:ea typeface="Aptos"/>
            </a:endParaRPr>
          </a:p>
          <a:p>
            <a:pPr marR="35623" lvl="0" algn="just">
              <a:lnSpc>
                <a:spcPct val="150000"/>
              </a:lnSpc>
            </a:pPr>
            <a:r>
              <a:rPr lang="en-IN" sz="2000" b="1" kern="100" dirty="0">
                <a:solidFill>
                  <a:srgbClr val="000000"/>
                </a:solidFill>
                <a:ea typeface="Aptos"/>
              </a:rPr>
              <a:t>Instrumental value:</a:t>
            </a:r>
          </a:p>
          <a:p>
            <a:pPr marR="35623" lvl="0" algn="just">
              <a:lnSpc>
                <a:spcPct val="150000"/>
              </a:lnSpc>
            </a:pPr>
            <a:endParaRPr lang="en-IN" sz="2000" b="1" dirty="0">
              <a:solidFill>
                <a:prstClr val="black"/>
              </a:solidFill>
              <a:ea typeface="Times New Roman" panose="02020603050405020304" pitchFamily="18" charset="0"/>
            </a:endParaRPr>
          </a:p>
          <a:p>
            <a:pPr marR="35623" lvl="0" algn="just">
              <a:lnSpc>
                <a:spcPct val="150000"/>
              </a:lnSpc>
            </a:pPr>
            <a:r>
              <a:rPr lang="en-IN" sz="2000" b="1" kern="100" dirty="0">
                <a:solidFill>
                  <a:srgbClr val="000000"/>
                </a:solidFill>
                <a:ea typeface="Aptos"/>
              </a:rPr>
              <a:t>Terminal value</a:t>
            </a:r>
            <a:endParaRPr lang="en-IN" sz="2000" b="1" dirty="0">
              <a:solidFill>
                <a:prstClr val="black"/>
              </a:solidFill>
            </a:endParaRPr>
          </a:p>
          <a:p>
            <a:pPr marR="35623" algn="just">
              <a:lnSpc>
                <a:spcPct val="150000"/>
              </a:lnSpc>
            </a:pPr>
            <a:endParaRPr lang="en-IN" sz="1968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35623" indent="0" algn="just">
              <a:lnSpc>
                <a:spcPct val="150000"/>
              </a:lnSpc>
              <a:buNone/>
            </a:pPr>
            <a:endParaRPr lang="en-IN" sz="1968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5888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66660-2CB6-277B-A224-A501E3140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718" y="383299"/>
            <a:ext cx="7762102" cy="885062"/>
          </a:xfrm>
        </p:spPr>
        <p:txBody>
          <a:bodyPr>
            <a:normAutofit/>
          </a:bodyPr>
          <a:lstStyle/>
          <a:p>
            <a:pPr>
              <a:defRPr sz="1400"/>
            </a:pPr>
            <a:r>
              <a:t>Content Placeholder for VANITY – Fact Checking Web App</a:t>
            </a:r>
            <a:br/>
            <a:r>
              <a:t>(Replace with your own content as needed.)</a:t>
            </a:r>
            <a:endParaRPr lang="en-IN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99101-A009-57E4-2A4C-5D2D4096F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718" y="1386348"/>
            <a:ext cx="7762102" cy="5098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strike="sngStrike" dirty="0"/>
              <a:t>Note: edit the details of specific Sustainability Development Goals considered in Problem Space </a:t>
            </a:r>
            <a:endParaRPr lang="en-IN" sz="1400" strike="sngStrik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6FA173-D01D-6CF7-38A6-28AD10681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3941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718" y="383299"/>
            <a:ext cx="7762102" cy="964238"/>
          </a:xfrm>
        </p:spPr>
        <p:txBody>
          <a:bodyPr>
            <a:normAutofit/>
          </a:bodyPr>
          <a:lstStyle/>
          <a:p>
            <a:pPr lvl="0">
              <a:spcBef>
                <a:spcPts val="984"/>
              </a:spcBef>
              <a:defRPr sz="1400"/>
            </a:pPr>
            <a:r>
              <a:t>Content Placeholder for VANITY – Fact Checking Web App</a:t>
            </a:r>
            <a:br/>
            <a:r>
              <a:t>(Replace with your own content as needed.)</a:t>
            </a:r>
            <a:endParaRPr lang="en-IN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718" y="1347537"/>
            <a:ext cx="7762102" cy="51368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strike="sngStrike" dirty="0"/>
              <a:t>Note: edit the Conclusion/remarks/comment  on DEFINE PHASE </a:t>
            </a:r>
            <a:r>
              <a:rPr lang="en-IN" sz="1400" strike="sngStrike" dirty="0" err="1"/>
              <a:t>wrt</a:t>
            </a:r>
            <a:r>
              <a:rPr lang="en-IN" sz="1400" strike="sngStrike" dirty="0"/>
              <a:t> your project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981097" y="6672698"/>
            <a:ext cx="3732524" cy="383297"/>
          </a:xfrm>
        </p:spPr>
        <p:txBody>
          <a:bodyPr/>
          <a:lstStyle/>
          <a:p>
            <a:r>
              <a:rPr lang="en-US"/>
              <a:t>Innovation and Design Thinking(1BIDTL108)                          2025-26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7583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